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7CDC62-BA73-4682-A29F-B6D5591339F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B938CD0-01B1-46DC-8E83-14314A25C724}">
      <dgm:prSet/>
      <dgm:spPr/>
      <dgm:t>
        <a:bodyPr/>
        <a:lstStyle/>
        <a:p>
          <a:r>
            <a:rPr lang="en-US"/>
            <a:t>Goal: automatically classify songs into genres using machine learning.</a:t>
          </a:r>
        </a:p>
      </dgm:t>
    </dgm:pt>
    <dgm:pt modelId="{6756293F-6272-4A36-918E-C292CF569578}" type="parTrans" cxnId="{1A92420C-F64A-41BD-9746-1BD7F7425819}">
      <dgm:prSet/>
      <dgm:spPr/>
      <dgm:t>
        <a:bodyPr/>
        <a:lstStyle/>
        <a:p>
          <a:endParaRPr lang="en-US"/>
        </a:p>
      </dgm:t>
    </dgm:pt>
    <dgm:pt modelId="{D989A24E-A569-49E0-9B22-2CFA535F4FE5}" type="sibTrans" cxnId="{1A92420C-F64A-41BD-9746-1BD7F7425819}">
      <dgm:prSet/>
      <dgm:spPr/>
      <dgm:t>
        <a:bodyPr/>
        <a:lstStyle/>
        <a:p>
          <a:endParaRPr lang="en-US"/>
        </a:p>
      </dgm:t>
    </dgm:pt>
    <dgm:pt modelId="{1BACBF84-6DD5-48E4-BF15-F29C2D488217}">
      <dgm:prSet/>
      <dgm:spPr/>
      <dgm:t>
        <a:bodyPr/>
        <a:lstStyle/>
        <a:p>
          <a:r>
            <a:rPr lang="en-US"/>
            <a:t>Motivation: similar idea used in Spotify/Apple Music for recommendations and playlist generation.</a:t>
          </a:r>
        </a:p>
      </dgm:t>
    </dgm:pt>
    <dgm:pt modelId="{90EF1587-F19E-4E4D-AEF0-8D33B52B3C04}" type="parTrans" cxnId="{56DA4969-A1A1-49CB-8A4F-9DF68EAF9A46}">
      <dgm:prSet/>
      <dgm:spPr/>
      <dgm:t>
        <a:bodyPr/>
        <a:lstStyle/>
        <a:p>
          <a:endParaRPr lang="en-US"/>
        </a:p>
      </dgm:t>
    </dgm:pt>
    <dgm:pt modelId="{183BBAB9-71D9-4AFA-A8C7-88266E7D265A}" type="sibTrans" cxnId="{56DA4969-A1A1-49CB-8A4F-9DF68EAF9A46}">
      <dgm:prSet/>
      <dgm:spPr/>
      <dgm:t>
        <a:bodyPr/>
        <a:lstStyle/>
        <a:p>
          <a:endParaRPr lang="en-US"/>
        </a:p>
      </dgm:t>
    </dgm:pt>
    <dgm:pt modelId="{10C8921B-16DA-401F-87E2-ACA94D66BEC7}">
      <dgm:prSet/>
      <dgm:spPr/>
      <dgm:t>
        <a:bodyPr/>
        <a:lstStyle/>
        <a:p>
          <a:r>
            <a:rPr lang="en-US"/>
            <a:t>Focus: classical ML models with engineered audio features instead of deep learning.</a:t>
          </a:r>
        </a:p>
      </dgm:t>
    </dgm:pt>
    <dgm:pt modelId="{3A367783-378B-4C1A-9310-197323FD7813}" type="parTrans" cxnId="{BAAA8399-1257-4EA6-902F-75C6AE1122A4}">
      <dgm:prSet/>
      <dgm:spPr/>
      <dgm:t>
        <a:bodyPr/>
        <a:lstStyle/>
        <a:p>
          <a:endParaRPr lang="en-US"/>
        </a:p>
      </dgm:t>
    </dgm:pt>
    <dgm:pt modelId="{10048EC9-DEC5-408D-A786-0D9797740CCB}" type="sibTrans" cxnId="{BAAA8399-1257-4EA6-902F-75C6AE1122A4}">
      <dgm:prSet/>
      <dgm:spPr/>
      <dgm:t>
        <a:bodyPr/>
        <a:lstStyle/>
        <a:p>
          <a:endParaRPr lang="en-US"/>
        </a:p>
      </dgm:t>
    </dgm:pt>
    <dgm:pt modelId="{5175D54E-06B9-4030-9AD9-03C2CBFA6E6D}" type="pres">
      <dgm:prSet presAssocID="{F37CDC62-BA73-4682-A29F-B6D5591339F4}" presName="root" presStyleCnt="0">
        <dgm:presLayoutVars>
          <dgm:dir/>
          <dgm:resizeHandles val="exact"/>
        </dgm:presLayoutVars>
      </dgm:prSet>
      <dgm:spPr/>
    </dgm:pt>
    <dgm:pt modelId="{E24F32B7-5DB0-415F-ACCF-EB2B61BCC82B}" type="pres">
      <dgm:prSet presAssocID="{EB938CD0-01B1-46DC-8E83-14314A25C724}" presName="compNode" presStyleCnt="0"/>
      <dgm:spPr/>
    </dgm:pt>
    <dgm:pt modelId="{CD7CA8D4-5AF8-4D55-9CDA-E0089FA068B6}" type="pres">
      <dgm:prSet presAssocID="{EB938CD0-01B1-46DC-8E83-14314A25C724}" presName="bgRect" presStyleLbl="bgShp" presStyleIdx="0" presStyleCnt="3"/>
      <dgm:spPr/>
    </dgm:pt>
    <dgm:pt modelId="{FBABF21E-3625-4FB6-8090-0369C2D4BBBE}" type="pres">
      <dgm:prSet presAssocID="{EB938CD0-01B1-46DC-8E83-14314A25C72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ic"/>
        </a:ext>
      </dgm:extLst>
    </dgm:pt>
    <dgm:pt modelId="{0FACBD62-C7E1-4390-A9D5-F8CB7F2BB633}" type="pres">
      <dgm:prSet presAssocID="{EB938CD0-01B1-46DC-8E83-14314A25C724}" presName="spaceRect" presStyleCnt="0"/>
      <dgm:spPr/>
    </dgm:pt>
    <dgm:pt modelId="{EF1E5E62-482A-4A9A-974F-00D6828F8F7D}" type="pres">
      <dgm:prSet presAssocID="{EB938CD0-01B1-46DC-8E83-14314A25C724}" presName="parTx" presStyleLbl="revTx" presStyleIdx="0" presStyleCnt="3">
        <dgm:presLayoutVars>
          <dgm:chMax val="0"/>
          <dgm:chPref val="0"/>
        </dgm:presLayoutVars>
      </dgm:prSet>
      <dgm:spPr/>
    </dgm:pt>
    <dgm:pt modelId="{1E13A162-C367-4D3B-BA8D-060A4AE174EE}" type="pres">
      <dgm:prSet presAssocID="{D989A24E-A569-49E0-9B22-2CFA535F4FE5}" presName="sibTrans" presStyleCnt="0"/>
      <dgm:spPr/>
    </dgm:pt>
    <dgm:pt modelId="{C773927B-6BDF-4540-9A47-D668D1A46DAE}" type="pres">
      <dgm:prSet presAssocID="{1BACBF84-6DD5-48E4-BF15-F29C2D488217}" presName="compNode" presStyleCnt="0"/>
      <dgm:spPr/>
    </dgm:pt>
    <dgm:pt modelId="{55E6E9E4-2F6D-4269-AF3D-5FB01E7669C3}" type="pres">
      <dgm:prSet presAssocID="{1BACBF84-6DD5-48E4-BF15-F29C2D488217}" presName="bgRect" presStyleLbl="bgShp" presStyleIdx="1" presStyleCnt="3"/>
      <dgm:spPr/>
    </dgm:pt>
    <dgm:pt modelId="{76F50C3B-8596-4B65-8EBD-811C9DA17426}" type="pres">
      <dgm:prSet presAssocID="{1BACBF84-6DD5-48E4-BF15-F29C2D48821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ple"/>
        </a:ext>
      </dgm:extLst>
    </dgm:pt>
    <dgm:pt modelId="{7B7FFD2F-8280-4A62-8143-8C156B64491C}" type="pres">
      <dgm:prSet presAssocID="{1BACBF84-6DD5-48E4-BF15-F29C2D488217}" presName="spaceRect" presStyleCnt="0"/>
      <dgm:spPr/>
    </dgm:pt>
    <dgm:pt modelId="{623F20C0-82DD-4B58-A6B3-E24670A7CDB1}" type="pres">
      <dgm:prSet presAssocID="{1BACBF84-6DD5-48E4-BF15-F29C2D488217}" presName="parTx" presStyleLbl="revTx" presStyleIdx="1" presStyleCnt="3">
        <dgm:presLayoutVars>
          <dgm:chMax val="0"/>
          <dgm:chPref val="0"/>
        </dgm:presLayoutVars>
      </dgm:prSet>
      <dgm:spPr/>
    </dgm:pt>
    <dgm:pt modelId="{C0AACFA3-B417-4532-93F4-7E22CC3624DE}" type="pres">
      <dgm:prSet presAssocID="{183BBAB9-71D9-4AFA-A8C7-88266E7D265A}" presName="sibTrans" presStyleCnt="0"/>
      <dgm:spPr/>
    </dgm:pt>
    <dgm:pt modelId="{178C8C27-F1AE-4DA0-9AD8-ACBEF9B86FCB}" type="pres">
      <dgm:prSet presAssocID="{10C8921B-16DA-401F-87E2-ACA94D66BEC7}" presName="compNode" presStyleCnt="0"/>
      <dgm:spPr/>
    </dgm:pt>
    <dgm:pt modelId="{E6E059DF-C30E-4ED0-8CAE-5B4F7E0D8EC3}" type="pres">
      <dgm:prSet presAssocID="{10C8921B-16DA-401F-87E2-ACA94D66BEC7}" presName="bgRect" presStyleLbl="bgShp" presStyleIdx="2" presStyleCnt="3"/>
      <dgm:spPr/>
    </dgm:pt>
    <dgm:pt modelId="{F00C8C5F-A751-42CE-8965-809B5318D840}" type="pres">
      <dgm:prSet presAssocID="{10C8921B-16DA-401F-87E2-ACA94D66BEC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B118E3F-A332-450E-ABCD-AC321FA98D7E}" type="pres">
      <dgm:prSet presAssocID="{10C8921B-16DA-401F-87E2-ACA94D66BEC7}" presName="spaceRect" presStyleCnt="0"/>
      <dgm:spPr/>
    </dgm:pt>
    <dgm:pt modelId="{CAB5CE03-088C-4981-8A59-AAA6FDCE006C}" type="pres">
      <dgm:prSet presAssocID="{10C8921B-16DA-401F-87E2-ACA94D66BEC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A47AE06-2775-4C53-B39E-EBEE05E4607A}" type="presOf" srcId="{10C8921B-16DA-401F-87E2-ACA94D66BEC7}" destId="{CAB5CE03-088C-4981-8A59-AAA6FDCE006C}" srcOrd="0" destOrd="0" presId="urn:microsoft.com/office/officeart/2018/2/layout/IconVerticalSolidList"/>
    <dgm:cxn modelId="{1A92420C-F64A-41BD-9746-1BD7F7425819}" srcId="{F37CDC62-BA73-4682-A29F-B6D5591339F4}" destId="{EB938CD0-01B1-46DC-8E83-14314A25C724}" srcOrd="0" destOrd="0" parTransId="{6756293F-6272-4A36-918E-C292CF569578}" sibTransId="{D989A24E-A569-49E0-9B22-2CFA535F4FE5}"/>
    <dgm:cxn modelId="{29AB5E22-E43C-41D0-AE49-B813C478A009}" type="presOf" srcId="{1BACBF84-6DD5-48E4-BF15-F29C2D488217}" destId="{623F20C0-82DD-4B58-A6B3-E24670A7CDB1}" srcOrd="0" destOrd="0" presId="urn:microsoft.com/office/officeart/2018/2/layout/IconVerticalSolidList"/>
    <dgm:cxn modelId="{0F0B222C-91B5-4278-858C-8BC8E21F4FC1}" type="presOf" srcId="{F37CDC62-BA73-4682-A29F-B6D5591339F4}" destId="{5175D54E-06B9-4030-9AD9-03C2CBFA6E6D}" srcOrd="0" destOrd="0" presId="urn:microsoft.com/office/officeart/2018/2/layout/IconVerticalSolidList"/>
    <dgm:cxn modelId="{56DA4969-A1A1-49CB-8A4F-9DF68EAF9A46}" srcId="{F37CDC62-BA73-4682-A29F-B6D5591339F4}" destId="{1BACBF84-6DD5-48E4-BF15-F29C2D488217}" srcOrd="1" destOrd="0" parTransId="{90EF1587-F19E-4E4D-AEF0-8D33B52B3C04}" sibTransId="{183BBAB9-71D9-4AFA-A8C7-88266E7D265A}"/>
    <dgm:cxn modelId="{BAAA8399-1257-4EA6-902F-75C6AE1122A4}" srcId="{F37CDC62-BA73-4682-A29F-B6D5591339F4}" destId="{10C8921B-16DA-401F-87E2-ACA94D66BEC7}" srcOrd="2" destOrd="0" parTransId="{3A367783-378B-4C1A-9310-197323FD7813}" sibTransId="{10048EC9-DEC5-408D-A786-0D9797740CCB}"/>
    <dgm:cxn modelId="{08A7FFF4-1E7D-44A8-A49F-AC947C187331}" type="presOf" srcId="{EB938CD0-01B1-46DC-8E83-14314A25C724}" destId="{EF1E5E62-482A-4A9A-974F-00D6828F8F7D}" srcOrd="0" destOrd="0" presId="urn:microsoft.com/office/officeart/2018/2/layout/IconVerticalSolidList"/>
    <dgm:cxn modelId="{3B634462-9F55-41A1-8ABD-98AF3FD09DB2}" type="presParOf" srcId="{5175D54E-06B9-4030-9AD9-03C2CBFA6E6D}" destId="{E24F32B7-5DB0-415F-ACCF-EB2B61BCC82B}" srcOrd="0" destOrd="0" presId="urn:microsoft.com/office/officeart/2018/2/layout/IconVerticalSolidList"/>
    <dgm:cxn modelId="{01B452F7-8106-4C13-9F6C-D84497A88996}" type="presParOf" srcId="{E24F32B7-5DB0-415F-ACCF-EB2B61BCC82B}" destId="{CD7CA8D4-5AF8-4D55-9CDA-E0089FA068B6}" srcOrd="0" destOrd="0" presId="urn:microsoft.com/office/officeart/2018/2/layout/IconVerticalSolidList"/>
    <dgm:cxn modelId="{B23DF1F9-8235-412F-B360-FE40DB3DD3D8}" type="presParOf" srcId="{E24F32B7-5DB0-415F-ACCF-EB2B61BCC82B}" destId="{FBABF21E-3625-4FB6-8090-0369C2D4BBBE}" srcOrd="1" destOrd="0" presId="urn:microsoft.com/office/officeart/2018/2/layout/IconVerticalSolidList"/>
    <dgm:cxn modelId="{961DDCDC-B959-4F37-B491-79068F3028D7}" type="presParOf" srcId="{E24F32B7-5DB0-415F-ACCF-EB2B61BCC82B}" destId="{0FACBD62-C7E1-4390-A9D5-F8CB7F2BB633}" srcOrd="2" destOrd="0" presId="urn:microsoft.com/office/officeart/2018/2/layout/IconVerticalSolidList"/>
    <dgm:cxn modelId="{19BC4BA6-2D0F-47D2-AFA9-815364485D5F}" type="presParOf" srcId="{E24F32B7-5DB0-415F-ACCF-EB2B61BCC82B}" destId="{EF1E5E62-482A-4A9A-974F-00D6828F8F7D}" srcOrd="3" destOrd="0" presId="urn:microsoft.com/office/officeart/2018/2/layout/IconVerticalSolidList"/>
    <dgm:cxn modelId="{107E1BB8-2719-48B0-9B6F-1EEA5205BDE9}" type="presParOf" srcId="{5175D54E-06B9-4030-9AD9-03C2CBFA6E6D}" destId="{1E13A162-C367-4D3B-BA8D-060A4AE174EE}" srcOrd="1" destOrd="0" presId="urn:microsoft.com/office/officeart/2018/2/layout/IconVerticalSolidList"/>
    <dgm:cxn modelId="{673A2044-5F7D-4A06-A3A0-01334ED61B2E}" type="presParOf" srcId="{5175D54E-06B9-4030-9AD9-03C2CBFA6E6D}" destId="{C773927B-6BDF-4540-9A47-D668D1A46DAE}" srcOrd="2" destOrd="0" presId="urn:microsoft.com/office/officeart/2018/2/layout/IconVerticalSolidList"/>
    <dgm:cxn modelId="{54016810-14DD-46F0-BD76-099A22EEC528}" type="presParOf" srcId="{C773927B-6BDF-4540-9A47-D668D1A46DAE}" destId="{55E6E9E4-2F6D-4269-AF3D-5FB01E7669C3}" srcOrd="0" destOrd="0" presId="urn:microsoft.com/office/officeart/2018/2/layout/IconVerticalSolidList"/>
    <dgm:cxn modelId="{87DE1674-7E97-4446-B1F0-4DAAD61C073F}" type="presParOf" srcId="{C773927B-6BDF-4540-9A47-D668D1A46DAE}" destId="{76F50C3B-8596-4B65-8EBD-811C9DA17426}" srcOrd="1" destOrd="0" presId="urn:microsoft.com/office/officeart/2018/2/layout/IconVerticalSolidList"/>
    <dgm:cxn modelId="{7712C70F-EF98-4B39-9BA6-7F3F33DB9340}" type="presParOf" srcId="{C773927B-6BDF-4540-9A47-D668D1A46DAE}" destId="{7B7FFD2F-8280-4A62-8143-8C156B64491C}" srcOrd="2" destOrd="0" presId="urn:microsoft.com/office/officeart/2018/2/layout/IconVerticalSolidList"/>
    <dgm:cxn modelId="{F8091A92-106C-455C-BCE7-501C40787985}" type="presParOf" srcId="{C773927B-6BDF-4540-9A47-D668D1A46DAE}" destId="{623F20C0-82DD-4B58-A6B3-E24670A7CDB1}" srcOrd="3" destOrd="0" presId="urn:microsoft.com/office/officeart/2018/2/layout/IconVerticalSolidList"/>
    <dgm:cxn modelId="{70655CB3-C839-4FAD-82EF-147431B9DA8F}" type="presParOf" srcId="{5175D54E-06B9-4030-9AD9-03C2CBFA6E6D}" destId="{C0AACFA3-B417-4532-93F4-7E22CC3624DE}" srcOrd="3" destOrd="0" presId="urn:microsoft.com/office/officeart/2018/2/layout/IconVerticalSolidList"/>
    <dgm:cxn modelId="{0F663B89-C074-410C-B4E9-A873CDEBC176}" type="presParOf" srcId="{5175D54E-06B9-4030-9AD9-03C2CBFA6E6D}" destId="{178C8C27-F1AE-4DA0-9AD8-ACBEF9B86FCB}" srcOrd="4" destOrd="0" presId="urn:microsoft.com/office/officeart/2018/2/layout/IconVerticalSolidList"/>
    <dgm:cxn modelId="{F2082557-69B2-4AFD-9D0A-811D9B65FACA}" type="presParOf" srcId="{178C8C27-F1AE-4DA0-9AD8-ACBEF9B86FCB}" destId="{E6E059DF-C30E-4ED0-8CAE-5B4F7E0D8EC3}" srcOrd="0" destOrd="0" presId="urn:microsoft.com/office/officeart/2018/2/layout/IconVerticalSolidList"/>
    <dgm:cxn modelId="{BB6305B2-620D-4AD4-B24A-6647F9A06F16}" type="presParOf" srcId="{178C8C27-F1AE-4DA0-9AD8-ACBEF9B86FCB}" destId="{F00C8C5F-A751-42CE-8965-809B5318D840}" srcOrd="1" destOrd="0" presId="urn:microsoft.com/office/officeart/2018/2/layout/IconVerticalSolidList"/>
    <dgm:cxn modelId="{78EED451-41CD-4932-8F67-3E4FF91CDDFA}" type="presParOf" srcId="{178C8C27-F1AE-4DA0-9AD8-ACBEF9B86FCB}" destId="{7B118E3F-A332-450E-ABCD-AC321FA98D7E}" srcOrd="2" destOrd="0" presId="urn:microsoft.com/office/officeart/2018/2/layout/IconVerticalSolidList"/>
    <dgm:cxn modelId="{B98D967B-4C6E-4133-82E9-0979317CCA02}" type="presParOf" srcId="{178C8C27-F1AE-4DA0-9AD8-ACBEF9B86FCB}" destId="{CAB5CE03-088C-4981-8A59-AAA6FDCE006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55F47F-E593-4BDB-9C33-390BECE4BA7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2701A86-9E57-4521-8162-406D8E0142EF}">
      <dgm:prSet/>
      <dgm:spPr/>
      <dgm:t>
        <a:bodyPr/>
        <a:lstStyle/>
        <a:p>
          <a:r>
            <a:rPr lang="en-US"/>
            <a:t>999 usable audio clips across 10 genres (blues, classical, country, disco, hiphop, jazz, metal, pop, reggae, rock).</a:t>
          </a:r>
        </a:p>
      </dgm:t>
    </dgm:pt>
    <dgm:pt modelId="{EBE9B872-3355-46FE-99FC-9554AF8B7C02}" type="parTrans" cxnId="{2D4BCA6F-9B73-4F6D-BC51-19E4D84D9D6C}">
      <dgm:prSet/>
      <dgm:spPr/>
      <dgm:t>
        <a:bodyPr/>
        <a:lstStyle/>
        <a:p>
          <a:endParaRPr lang="en-US"/>
        </a:p>
      </dgm:t>
    </dgm:pt>
    <dgm:pt modelId="{664C38BD-B0DF-4CCF-8EE9-69616094F8E2}" type="sibTrans" cxnId="{2D4BCA6F-9B73-4F6D-BC51-19E4D84D9D6C}">
      <dgm:prSet/>
      <dgm:spPr/>
      <dgm:t>
        <a:bodyPr/>
        <a:lstStyle/>
        <a:p>
          <a:endParaRPr lang="en-US"/>
        </a:p>
      </dgm:t>
    </dgm:pt>
    <dgm:pt modelId="{606597AF-FF5B-45DB-8A54-601A069EA52E}">
      <dgm:prSet/>
      <dgm:spPr/>
      <dgm:t>
        <a:bodyPr/>
        <a:lstStyle/>
        <a:p>
          <a:r>
            <a:rPr lang="en-US"/>
            <a:t>Each clip is ~30 seconds, sampled at 22,050 Hz.</a:t>
          </a:r>
        </a:p>
      </dgm:t>
    </dgm:pt>
    <dgm:pt modelId="{8AEF3BB3-641F-482A-AF86-82D043032DC7}" type="parTrans" cxnId="{03E5D430-1419-4C31-9366-B65702F76D30}">
      <dgm:prSet/>
      <dgm:spPr/>
      <dgm:t>
        <a:bodyPr/>
        <a:lstStyle/>
        <a:p>
          <a:endParaRPr lang="en-US"/>
        </a:p>
      </dgm:t>
    </dgm:pt>
    <dgm:pt modelId="{5815BA0B-9FDE-488E-BB88-6511FC2D5287}" type="sibTrans" cxnId="{03E5D430-1419-4C31-9366-B65702F76D30}">
      <dgm:prSet/>
      <dgm:spPr/>
      <dgm:t>
        <a:bodyPr/>
        <a:lstStyle/>
        <a:p>
          <a:endParaRPr lang="en-US"/>
        </a:p>
      </dgm:t>
    </dgm:pt>
    <dgm:pt modelId="{D82CE280-7E01-4530-979C-883603D5E48B}">
      <dgm:prSet/>
      <dgm:spPr/>
      <dgm:t>
        <a:bodyPr/>
        <a:lstStyle/>
        <a:p>
          <a:r>
            <a:rPr lang="en-US"/>
            <a:t>One corrupted file was removed; train/test split = 80% / 20% with stratification.</a:t>
          </a:r>
        </a:p>
      </dgm:t>
    </dgm:pt>
    <dgm:pt modelId="{83278834-34AA-4E19-8B81-E0F20A8DB904}" type="parTrans" cxnId="{F7DFF467-D4C2-4056-8515-3140E5B7ABB5}">
      <dgm:prSet/>
      <dgm:spPr/>
      <dgm:t>
        <a:bodyPr/>
        <a:lstStyle/>
        <a:p>
          <a:endParaRPr lang="en-US"/>
        </a:p>
      </dgm:t>
    </dgm:pt>
    <dgm:pt modelId="{EA9D0F8D-7FB9-4E59-B0DE-A97E67597B5A}" type="sibTrans" cxnId="{F7DFF467-D4C2-4056-8515-3140E5B7ABB5}">
      <dgm:prSet/>
      <dgm:spPr/>
      <dgm:t>
        <a:bodyPr/>
        <a:lstStyle/>
        <a:p>
          <a:endParaRPr lang="en-US"/>
        </a:p>
      </dgm:t>
    </dgm:pt>
    <dgm:pt modelId="{D4CD16BB-FBBD-41A6-BC89-1B2D6B0C8BE2}" type="pres">
      <dgm:prSet presAssocID="{EC55F47F-E593-4BDB-9C33-390BECE4BA76}" presName="root" presStyleCnt="0">
        <dgm:presLayoutVars>
          <dgm:dir/>
          <dgm:resizeHandles val="exact"/>
        </dgm:presLayoutVars>
      </dgm:prSet>
      <dgm:spPr/>
    </dgm:pt>
    <dgm:pt modelId="{79318F12-9927-4FD3-8EDF-8484625790E6}" type="pres">
      <dgm:prSet presAssocID="{E2701A86-9E57-4521-8162-406D8E0142EF}" presName="compNode" presStyleCnt="0"/>
      <dgm:spPr/>
    </dgm:pt>
    <dgm:pt modelId="{F291B4BD-716B-4514-842A-66F7E7137382}" type="pres">
      <dgm:prSet presAssocID="{E2701A86-9E57-4521-8162-406D8E0142EF}" presName="bgRect" presStyleLbl="bgShp" presStyleIdx="0" presStyleCnt="3"/>
      <dgm:spPr/>
    </dgm:pt>
    <dgm:pt modelId="{7965A417-3B89-47C9-BA14-CC5647A1FEBA}" type="pres">
      <dgm:prSet presAssocID="{E2701A86-9E57-4521-8162-406D8E0142E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xophone"/>
        </a:ext>
      </dgm:extLst>
    </dgm:pt>
    <dgm:pt modelId="{396D62B3-557F-4F08-9C67-DE5DD4F0F8EC}" type="pres">
      <dgm:prSet presAssocID="{E2701A86-9E57-4521-8162-406D8E0142EF}" presName="spaceRect" presStyleCnt="0"/>
      <dgm:spPr/>
    </dgm:pt>
    <dgm:pt modelId="{F992C62A-445E-418C-9B1E-21E6D2A2B31E}" type="pres">
      <dgm:prSet presAssocID="{E2701A86-9E57-4521-8162-406D8E0142EF}" presName="parTx" presStyleLbl="revTx" presStyleIdx="0" presStyleCnt="3">
        <dgm:presLayoutVars>
          <dgm:chMax val="0"/>
          <dgm:chPref val="0"/>
        </dgm:presLayoutVars>
      </dgm:prSet>
      <dgm:spPr/>
    </dgm:pt>
    <dgm:pt modelId="{FE98710B-DCEB-4492-ACB8-8AE00B11C0D1}" type="pres">
      <dgm:prSet presAssocID="{664C38BD-B0DF-4CCF-8EE9-69616094F8E2}" presName="sibTrans" presStyleCnt="0"/>
      <dgm:spPr/>
    </dgm:pt>
    <dgm:pt modelId="{96D537EE-692A-4D0F-8098-29EFD3ACB1B2}" type="pres">
      <dgm:prSet presAssocID="{606597AF-FF5B-45DB-8A54-601A069EA52E}" presName="compNode" presStyleCnt="0"/>
      <dgm:spPr/>
    </dgm:pt>
    <dgm:pt modelId="{6E8F10E0-0504-4907-89FB-723BF1622218}" type="pres">
      <dgm:prSet presAssocID="{606597AF-FF5B-45DB-8A54-601A069EA52E}" presName="bgRect" presStyleLbl="bgShp" presStyleIdx="1" presStyleCnt="3"/>
      <dgm:spPr/>
    </dgm:pt>
    <dgm:pt modelId="{E07BB8B1-5982-4A76-89FF-7276F124B759}" type="pres">
      <dgm:prSet presAssocID="{606597AF-FF5B-45DB-8A54-601A069EA52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3E94E4C7-B290-4D7F-8941-51C090031634}" type="pres">
      <dgm:prSet presAssocID="{606597AF-FF5B-45DB-8A54-601A069EA52E}" presName="spaceRect" presStyleCnt="0"/>
      <dgm:spPr/>
    </dgm:pt>
    <dgm:pt modelId="{E5753C47-8CB1-4E26-BFFB-677AEB25039C}" type="pres">
      <dgm:prSet presAssocID="{606597AF-FF5B-45DB-8A54-601A069EA52E}" presName="parTx" presStyleLbl="revTx" presStyleIdx="1" presStyleCnt="3">
        <dgm:presLayoutVars>
          <dgm:chMax val="0"/>
          <dgm:chPref val="0"/>
        </dgm:presLayoutVars>
      </dgm:prSet>
      <dgm:spPr/>
    </dgm:pt>
    <dgm:pt modelId="{64943ECA-6F71-4DE6-8DAF-2BE757CA9E3F}" type="pres">
      <dgm:prSet presAssocID="{5815BA0B-9FDE-488E-BB88-6511FC2D5287}" presName="sibTrans" presStyleCnt="0"/>
      <dgm:spPr/>
    </dgm:pt>
    <dgm:pt modelId="{EA3A6255-5537-4173-A5FF-3D9596E62DF4}" type="pres">
      <dgm:prSet presAssocID="{D82CE280-7E01-4530-979C-883603D5E48B}" presName="compNode" presStyleCnt="0"/>
      <dgm:spPr/>
    </dgm:pt>
    <dgm:pt modelId="{B76A617B-3F72-4E47-B93A-D96FE898277B}" type="pres">
      <dgm:prSet presAssocID="{D82CE280-7E01-4530-979C-883603D5E48B}" presName="bgRect" presStyleLbl="bgShp" presStyleIdx="2" presStyleCnt="3"/>
      <dgm:spPr/>
    </dgm:pt>
    <dgm:pt modelId="{2DF0B036-F40F-47D8-AD47-D801B95012F2}" type="pres">
      <dgm:prSet presAssocID="{D82CE280-7E01-4530-979C-883603D5E48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04ED8D1D-4B3F-4CAC-B29C-480C9826F671}" type="pres">
      <dgm:prSet presAssocID="{D82CE280-7E01-4530-979C-883603D5E48B}" presName="spaceRect" presStyleCnt="0"/>
      <dgm:spPr/>
    </dgm:pt>
    <dgm:pt modelId="{24DBAA41-6908-4664-9AE7-2C902A312B9A}" type="pres">
      <dgm:prSet presAssocID="{D82CE280-7E01-4530-979C-883603D5E48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3E5D430-1419-4C31-9366-B65702F76D30}" srcId="{EC55F47F-E593-4BDB-9C33-390BECE4BA76}" destId="{606597AF-FF5B-45DB-8A54-601A069EA52E}" srcOrd="1" destOrd="0" parTransId="{8AEF3BB3-641F-482A-AF86-82D043032DC7}" sibTransId="{5815BA0B-9FDE-488E-BB88-6511FC2D5287}"/>
    <dgm:cxn modelId="{24AEEA33-DAFA-46DD-AC9C-2D017339AD08}" type="presOf" srcId="{E2701A86-9E57-4521-8162-406D8E0142EF}" destId="{F992C62A-445E-418C-9B1E-21E6D2A2B31E}" srcOrd="0" destOrd="0" presId="urn:microsoft.com/office/officeart/2018/2/layout/IconVerticalSolidList"/>
    <dgm:cxn modelId="{3A672650-D29F-4D9A-9E01-9B1BCB87A121}" type="presOf" srcId="{EC55F47F-E593-4BDB-9C33-390BECE4BA76}" destId="{D4CD16BB-FBBD-41A6-BC89-1B2D6B0C8BE2}" srcOrd="0" destOrd="0" presId="urn:microsoft.com/office/officeart/2018/2/layout/IconVerticalSolidList"/>
    <dgm:cxn modelId="{F7DFF467-D4C2-4056-8515-3140E5B7ABB5}" srcId="{EC55F47F-E593-4BDB-9C33-390BECE4BA76}" destId="{D82CE280-7E01-4530-979C-883603D5E48B}" srcOrd="2" destOrd="0" parTransId="{83278834-34AA-4E19-8B81-E0F20A8DB904}" sibTransId="{EA9D0F8D-7FB9-4E59-B0DE-A97E67597B5A}"/>
    <dgm:cxn modelId="{2D4BCA6F-9B73-4F6D-BC51-19E4D84D9D6C}" srcId="{EC55F47F-E593-4BDB-9C33-390BECE4BA76}" destId="{E2701A86-9E57-4521-8162-406D8E0142EF}" srcOrd="0" destOrd="0" parTransId="{EBE9B872-3355-46FE-99FC-9554AF8B7C02}" sibTransId="{664C38BD-B0DF-4CCF-8EE9-69616094F8E2}"/>
    <dgm:cxn modelId="{0308DA7B-FA30-4083-8136-CA9AA3E04EA5}" type="presOf" srcId="{D82CE280-7E01-4530-979C-883603D5E48B}" destId="{24DBAA41-6908-4664-9AE7-2C902A312B9A}" srcOrd="0" destOrd="0" presId="urn:microsoft.com/office/officeart/2018/2/layout/IconVerticalSolidList"/>
    <dgm:cxn modelId="{6A1F41D7-4A96-4942-9CEF-B7C307D1C6ED}" type="presOf" srcId="{606597AF-FF5B-45DB-8A54-601A069EA52E}" destId="{E5753C47-8CB1-4E26-BFFB-677AEB25039C}" srcOrd="0" destOrd="0" presId="urn:microsoft.com/office/officeart/2018/2/layout/IconVerticalSolidList"/>
    <dgm:cxn modelId="{5511E9BD-27B6-4EAA-8822-FB486BA84504}" type="presParOf" srcId="{D4CD16BB-FBBD-41A6-BC89-1B2D6B0C8BE2}" destId="{79318F12-9927-4FD3-8EDF-8484625790E6}" srcOrd="0" destOrd="0" presId="urn:microsoft.com/office/officeart/2018/2/layout/IconVerticalSolidList"/>
    <dgm:cxn modelId="{7D5353FE-A64A-48AA-B9B7-7CA2CCD475EE}" type="presParOf" srcId="{79318F12-9927-4FD3-8EDF-8484625790E6}" destId="{F291B4BD-716B-4514-842A-66F7E7137382}" srcOrd="0" destOrd="0" presId="urn:microsoft.com/office/officeart/2018/2/layout/IconVerticalSolidList"/>
    <dgm:cxn modelId="{CBFF232C-B4C7-4362-ACC7-21D7317F2899}" type="presParOf" srcId="{79318F12-9927-4FD3-8EDF-8484625790E6}" destId="{7965A417-3B89-47C9-BA14-CC5647A1FEBA}" srcOrd="1" destOrd="0" presId="urn:microsoft.com/office/officeart/2018/2/layout/IconVerticalSolidList"/>
    <dgm:cxn modelId="{66DBB52D-BB59-4265-95CE-DD77ED16AC07}" type="presParOf" srcId="{79318F12-9927-4FD3-8EDF-8484625790E6}" destId="{396D62B3-557F-4F08-9C67-DE5DD4F0F8EC}" srcOrd="2" destOrd="0" presId="urn:microsoft.com/office/officeart/2018/2/layout/IconVerticalSolidList"/>
    <dgm:cxn modelId="{DB9FD713-12CA-435B-B5DC-F8D59FB83DAA}" type="presParOf" srcId="{79318F12-9927-4FD3-8EDF-8484625790E6}" destId="{F992C62A-445E-418C-9B1E-21E6D2A2B31E}" srcOrd="3" destOrd="0" presId="urn:microsoft.com/office/officeart/2018/2/layout/IconVerticalSolidList"/>
    <dgm:cxn modelId="{6C6465F0-59ED-408D-80AB-04FCFF3B3B80}" type="presParOf" srcId="{D4CD16BB-FBBD-41A6-BC89-1B2D6B0C8BE2}" destId="{FE98710B-DCEB-4492-ACB8-8AE00B11C0D1}" srcOrd="1" destOrd="0" presId="urn:microsoft.com/office/officeart/2018/2/layout/IconVerticalSolidList"/>
    <dgm:cxn modelId="{1E9D67E4-852B-4173-A812-B6FA171CF241}" type="presParOf" srcId="{D4CD16BB-FBBD-41A6-BC89-1B2D6B0C8BE2}" destId="{96D537EE-692A-4D0F-8098-29EFD3ACB1B2}" srcOrd="2" destOrd="0" presId="urn:microsoft.com/office/officeart/2018/2/layout/IconVerticalSolidList"/>
    <dgm:cxn modelId="{876AC4C1-81CB-4360-8803-5B790673F869}" type="presParOf" srcId="{96D537EE-692A-4D0F-8098-29EFD3ACB1B2}" destId="{6E8F10E0-0504-4907-89FB-723BF1622218}" srcOrd="0" destOrd="0" presId="urn:microsoft.com/office/officeart/2018/2/layout/IconVerticalSolidList"/>
    <dgm:cxn modelId="{753DB870-C2B1-462B-A61F-6E33E2273582}" type="presParOf" srcId="{96D537EE-692A-4D0F-8098-29EFD3ACB1B2}" destId="{E07BB8B1-5982-4A76-89FF-7276F124B759}" srcOrd="1" destOrd="0" presId="urn:microsoft.com/office/officeart/2018/2/layout/IconVerticalSolidList"/>
    <dgm:cxn modelId="{779800F2-4BC1-46EE-B1FA-69F3BD45A16E}" type="presParOf" srcId="{96D537EE-692A-4D0F-8098-29EFD3ACB1B2}" destId="{3E94E4C7-B290-4D7F-8941-51C090031634}" srcOrd="2" destOrd="0" presId="urn:microsoft.com/office/officeart/2018/2/layout/IconVerticalSolidList"/>
    <dgm:cxn modelId="{AF11210D-61E8-4B24-AC6B-B801A890C42E}" type="presParOf" srcId="{96D537EE-692A-4D0F-8098-29EFD3ACB1B2}" destId="{E5753C47-8CB1-4E26-BFFB-677AEB25039C}" srcOrd="3" destOrd="0" presId="urn:microsoft.com/office/officeart/2018/2/layout/IconVerticalSolidList"/>
    <dgm:cxn modelId="{866B470E-A043-4205-964B-3E031D45CC89}" type="presParOf" srcId="{D4CD16BB-FBBD-41A6-BC89-1B2D6B0C8BE2}" destId="{64943ECA-6F71-4DE6-8DAF-2BE757CA9E3F}" srcOrd="3" destOrd="0" presId="urn:microsoft.com/office/officeart/2018/2/layout/IconVerticalSolidList"/>
    <dgm:cxn modelId="{178FF095-7253-4BE5-B421-9F0EE88797CE}" type="presParOf" srcId="{D4CD16BB-FBBD-41A6-BC89-1B2D6B0C8BE2}" destId="{EA3A6255-5537-4173-A5FF-3D9596E62DF4}" srcOrd="4" destOrd="0" presId="urn:microsoft.com/office/officeart/2018/2/layout/IconVerticalSolidList"/>
    <dgm:cxn modelId="{0CC3298C-6444-40BA-9C55-A06AD2C11686}" type="presParOf" srcId="{EA3A6255-5537-4173-A5FF-3D9596E62DF4}" destId="{B76A617B-3F72-4E47-B93A-D96FE898277B}" srcOrd="0" destOrd="0" presId="urn:microsoft.com/office/officeart/2018/2/layout/IconVerticalSolidList"/>
    <dgm:cxn modelId="{A35BE832-1845-4184-B8F7-AE4C9B261F22}" type="presParOf" srcId="{EA3A6255-5537-4173-A5FF-3D9596E62DF4}" destId="{2DF0B036-F40F-47D8-AD47-D801B95012F2}" srcOrd="1" destOrd="0" presId="urn:microsoft.com/office/officeart/2018/2/layout/IconVerticalSolidList"/>
    <dgm:cxn modelId="{00608FCC-7A14-4BB2-8C58-74E7D3E6E9B3}" type="presParOf" srcId="{EA3A6255-5537-4173-A5FF-3D9596E62DF4}" destId="{04ED8D1D-4B3F-4CAC-B29C-480C9826F671}" srcOrd="2" destOrd="0" presId="urn:microsoft.com/office/officeart/2018/2/layout/IconVerticalSolidList"/>
    <dgm:cxn modelId="{CAAD456F-602A-410E-9FCD-FBBF00861628}" type="presParOf" srcId="{EA3A6255-5537-4173-A5FF-3D9596E62DF4}" destId="{24DBAA41-6908-4664-9AE7-2C902A312B9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3D9159B-A3BA-4FAF-AD59-39AD826459F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43EFE6F-43E2-4245-B3F5-47BD1249488E}">
      <dgm:prSet/>
      <dgm:spPr/>
      <dgm:t>
        <a:bodyPr/>
        <a:lstStyle/>
        <a:p>
          <a:r>
            <a:rPr lang="en-US"/>
            <a:t>Extracted MFCCs, chroma vectors, spectral contrast, tonnetz, spectral centroid/bandwidth/rolloff, and RMS energy.</a:t>
          </a:r>
        </a:p>
      </dgm:t>
    </dgm:pt>
    <dgm:pt modelId="{06983DE2-4622-41F6-AAA6-F8DF5A3CF88A}" type="parTrans" cxnId="{4D51384B-6B2D-4115-B14B-03B0A65C5B69}">
      <dgm:prSet/>
      <dgm:spPr/>
      <dgm:t>
        <a:bodyPr/>
        <a:lstStyle/>
        <a:p>
          <a:endParaRPr lang="en-US"/>
        </a:p>
      </dgm:t>
    </dgm:pt>
    <dgm:pt modelId="{8C8972A4-17DA-4F4E-860D-0321FF28AE35}" type="sibTrans" cxnId="{4D51384B-6B2D-4115-B14B-03B0A65C5B69}">
      <dgm:prSet/>
      <dgm:spPr/>
      <dgm:t>
        <a:bodyPr/>
        <a:lstStyle/>
        <a:p>
          <a:endParaRPr lang="en-US"/>
        </a:p>
      </dgm:t>
    </dgm:pt>
    <dgm:pt modelId="{6078EBAC-5919-4D26-BACC-D2811AB1A5FB}">
      <dgm:prSet/>
      <dgm:spPr/>
      <dgm:t>
        <a:bodyPr/>
        <a:lstStyle/>
        <a:p>
          <a:r>
            <a:rPr lang="en-US"/>
            <a:t>Computed mean and standard deviation over time for each feature type.</a:t>
          </a:r>
        </a:p>
      </dgm:t>
    </dgm:pt>
    <dgm:pt modelId="{11C489BC-4035-4CE0-BAF3-A2AA28988D18}" type="parTrans" cxnId="{3CD374CF-E2D8-4966-9346-4351D15C9D67}">
      <dgm:prSet/>
      <dgm:spPr/>
      <dgm:t>
        <a:bodyPr/>
        <a:lstStyle/>
        <a:p>
          <a:endParaRPr lang="en-US"/>
        </a:p>
      </dgm:t>
    </dgm:pt>
    <dgm:pt modelId="{F53EB979-3896-4037-AF89-F84D6BAB5518}" type="sibTrans" cxnId="{3CD374CF-E2D8-4966-9346-4351D15C9D67}">
      <dgm:prSet/>
      <dgm:spPr/>
      <dgm:t>
        <a:bodyPr/>
        <a:lstStyle/>
        <a:p>
          <a:endParaRPr lang="en-US"/>
        </a:p>
      </dgm:t>
    </dgm:pt>
    <dgm:pt modelId="{0DFBC706-AF11-4B14-B162-F7CC395CA235}">
      <dgm:prSet/>
      <dgm:spPr/>
      <dgm:t>
        <a:bodyPr/>
        <a:lstStyle/>
        <a:p>
          <a:r>
            <a:rPr lang="en-US"/>
            <a:t>Final representation: 157-dimensional feature vector per track.</a:t>
          </a:r>
        </a:p>
      </dgm:t>
    </dgm:pt>
    <dgm:pt modelId="{D45EB5FE-1A3D-42CE-AB0F-0D3D8623F26C}" type="parTrans" cxnId="{C164D395-FF8B-4CCC-BDE1-F8C480C347D9}">
      <dgm:prSet/>
      <dgm:spPr/>
      <dgm:t>
        <a:bodyPr/>
        <a:lstStyle/>
        <a:p>
          <a:endParaRPr lang="en-US"/>
        </a:p>
      </dgm:t>
    </dgm:pt>
    <dgm:pt modelId="{47AF4B18-3C6F-448D-9D73-B30C02DA35E4}" type="sibTrans" cxnId="{C164D395-FF8B-4CCC-BDE1-F8C480C347D9}">
      <dgm:prSet/>
      <dgm:spPr/>
      <dgm:t>
        <a:bodyPr/>
        <a:lstStyle/>
        <a:p>
          <a:endParaRPr lang="en-US"/>
        </a:p>
      </dgm:t>
    </dgm:pt>
    <dgm:pt modelId="{9E273C8A-9842-43C3-B3AD-7163C020026E}" type="pres">
      <dgm:prSet presAssocID="{53D9159B-A3BA-4FAF-AD59-39AD826459F7}" presName="root" presStyleCnt="0">
        <dgm:presLayoutVars>
          <dgm:dir/>
          <dgm:resizeHandles val="exact"/>
        </dgm:presLayoutVars>
      </dgm:prSet>
      <dgm:spPr/>
    </dgm:pt>
    <dgm:pt modelId="{48DCBFD1-9F19-43B4-81FF-9D138D81E81F}" type="pres">
      <dgm:prSet presAssocID="{743EFE6F-43E2-4245-B3F5-47BD1249488E}" presName="compNode" presStyleCnt="0"/>
      <dgm:spPr/>
    </dgm:pt>
    <dgm:pt modelId="{01519CF6-16BE-49E5-8EDE-01551CD1F86E}" type="pres">
      <dgm:prSet presAssocID="{743EFE6F-43E2-4245-B3F5-47BD1249488E}" presName="bgRect" presStyleLbl="bgShp" presStyleIdx="0" presStyleCnt="3"/>
      <dgm:spPr/>
    </dgm:pt>
    <dgm:pt modelId="{2914F043-B44F-4258-922A-A19F74CA800D}" type="pres">
      <dgm:prSet presAssocID="{743EFE6F-43E2-4245-B3F5-47BD1249488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E53C82D2-BFD5-4847-B4F1-7558F2AC39EF}" type="pres">
      <dgm:prSet presAssocID="{743EFE6F-43E2-4245-B3F5-47BD1249488E}" presName="spaceRect" presStyleCnt="0"/>
      <dgm:spPr/>
    </dgm:pt>
    <dgm:pt modelId="{F08ADCC0-7860-4957-BAD3-CE4F43D40673}" type="pres">
      <dgm:prSet presAssocID="{743EFE6F-43E2-4245-B3F5-47BD1249488E}" presName="parTx" presStyleLbl="revTx" presStyleIdx="0" presStyleCnt="3">
        <dgm:presLayoutVars>
          <dgm:chMax val="0"/>
          <dgm:chPref val="0"/>
        </dgm:presLayoutVars>
      </dgm:prSet>
      <dgm:spPr/>
    </dgm:pt>
    <dgm:pt modelId="{60C395C3-C923-43F3-8B6E-1846EA62E4F7}" type="pres">
      <dgm:prSet presAssocID="{8C8972A4-17DA-4F4E-860D-0321FF28AE35}" presName="sibTrans" presStyleCnt="0"/>
      <dgm:spPr/>
    </dgm:pt>
    <dgm:pt modelId="{EFB08445-12FF-49D5-AD2D-964F2C39CE83}" type="pres">
      <dgm:prSet presAssocID="{6078EBAC-5919-4D26-BACC-D2811AB1A5FB}" presName="compNode" presStyleCnt="0"/>
      <dgm:spPr/>
    </dgm:pt>
    <dgm:pt modelId="{CB492343-768F-48A8-9A1A-286445100CD6}" type="pres">
      <dgm:prSet presAssocID="{6078EBAC-5919-4D26-BACC-D2811AB1A5FB}" presName="bgRect" presStyleLbl="bgShp" presStyleIdx="1" presStyleCnt="3"/>
      <dgm:spPr/>
    </dgm:pt>
    <dgm:pt modelId="{DF867FCF-968E-4D6D-8CAB-8084D55A50A7}" type="pres">
      <dgm:prSet presAssocID="{6078EBAC-5919-4D26-BACC-D2811AB1A5F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EFB928B9-EA05-4BE0-893E-38E0923EAD53}" type="pres">
      <dgm:prSet presAssocID="{6078EBAC-5919-4D26-BACC-D2811AB1A5FB}" presName="spaceRect" presStyleCnt="0"/>
      <dgm:spPr/>
    </dgm:pt>
    <dgm:pt modelId="{AFA882BF-DD76-4A12-A333-E9E04EFF6E01}" type="pres">
      <dgm:prSet presAssocID="{6078EBAC-5919-4D26-BACC-D2811AB1A5FB}" presName="parTx" presStyleLbl="revTx" presStyleIdx="1" presStyleCnt="3">
        <dgm:presLayoutVars>
          <dgm:chMax val="0"/>
          <dgm:chPref val="0"/>
        </dgm:presLayoutVars>
      </dgm:prSet>
      <dgm:spPr/>
    </dgm:pt>
    <dgm:pt modelId="{7EE0CE23-D6FE-465D-AD0C-BE7AB6515546}" type="pres">
      <dgm:prSet presAssocID="{F53EB979-3896-4037-AF89-F84D6BAB5518}" presName="sibTrans" presStyleCnt="0"/>
      <dgm:spPr/>
    </dgm:pt>
    <dgm:pt modelId="{21E5F4BA-747D-4650-A9AB-A5DA3D1EEE8C}" type="pres">
      <dgm:prSet presAssocID="{0DFBC706-AF11-4B14-B162-F7CC395CA235}" presName="compNode" presStyleCnt="0"/>
      <dgm:spPr/>
    </dgm:pt>
    <dgm:pt modelId="{3F8A261C-128A-4DEC-9134-CFBEC2B0AD75}" type="pres">
      <dgm:prSet presAssocID="{0DFBC706-AF11-4B14-B162-F7CC395CA235}" presName="bgRect" presStyleLbl="bgShp" presStyleIdx="2" presStyleCnt="3"/>
      <dgm:spPr/>
    </dgm:pt>
    <dgm:pt modelId="{6809C3B1-EEAD-4BD3-89F5-A75416D62E04}" type="pres">
      <dgm:prSet presAssocID="{0DFBC706-AF11-4B14-B162-F7CC395CA23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A2B87D5E-B20C-49FA-9244-49BB8FD9D3BE}" type="pres">
      <dgm:prSet presAssocID="{0DFBC706-AF11-4B14-B162-F7CC395CA235}" presName="spaceRect" presStyleCnt="0"/>
      <dgm:spPr/>
    </dgm:pt>
    <dgm:pt modelId="{E4A4F576-5B45-4243-A22B-A9C9DD069C14}" type="pres">
      <dgm:prSet presAssocID="{0DFBC706-AF11-4B14-B162-F7CC395CA23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ADB8118-07E0-4B9A-909A-624ECF5278AF}" type="presOf" srcId="{743EFE6F-43E2-4245-B3F5-47BD1249488E}" destId="{F08ADCC0-7860-4957-BAD3-CE4F43D40673}" srcOrd="0" destOrd="0" presId="urn:microsoft.com/office/officeart/2018/2/layout/IconVerticalSolidList"/>
    <dgm:cxn modelId="{1A27A733-E949-4CE6-9B29-49ABD54684D7}" type="presOf" srcId="{6078EBAC-5919-4D26-BACC-D2811AB1A5FB}" destId="{AFA882BF-DD76-4A12-A333-E9E04EFF6E01}" srcOrd="0" destOrd="0" presId="urn:microsoft.com/office/officeart/2018/2/layout/IconVerticalSolidList"/>
    <dgm:cxn modelId="{4D51384B-6B2D-4115-B14B-03B0A65C5B69}" srcId="{53D9159B-A3BA-4FAF-AD59-39AD826459F7}" destId="{743EFE6F-43E2-4245-B3F5-47BD1249488E}" srcOrd="0" destOrd="0" parTransId="{06983DE2-4622-41F6-AAA6-F8DF5A3CF88A}" sibTransId="{8C8972A4-17DA-4F4E-860D-0321FF28AE35}"/>
    <dgm:cxn modelId="{FEEDE481-B614-4EFA-B271-BA5B0E4FA6BD}" type="presOf" srcId="{0DFBC706-AF11-4B14-B162-F7CC395CA235}" destId="{E4A4F576-5B45-4243-A22B-A9C9DD069C14}" srcOrd="0" destOrd="0" presId="urn:microsoft.com/office/officeart/2018/2/layout/IconVerticalSolidList"/>
    <dgm:cxn modelId="{C164D395-FF8B-4CCC-BDE1-F8C480C347D9}" srcId="{53D9159B-A3BA-4FAF-AD59-39AD826459F7}" destId="{0DFBC706-AF11-4B14-B162-F7CC395CA235}" srcOrd="2" destOrd="0" parTransId="{D45EB5FE-1A3D-42CE-AB0F-0D3D8623F26C}" sibTransId="{47AF4B18-3C6F-448D-9D73-B30C02DA35E4}"/>
    <dgm:cxn modelId="{3CD374CF-E2D8-4966-9346-4351D15C9D67}" srcId="{53D9159B-A3BA-4FAF-AD59-39AD826459F7}" destId="{6078EBAC-5919-4D26-BACC-D2811AB1A5FB}" srcOrd="1" destOrd="0" parTransId="{11C489BC-4035-4CE0-BAF3-A2AA28988D18}" sibTransId="{F53EB979-3896-4037-AF89-F84D6BAB5518}"/>
    <dgm:cxn modelId="{ADA75EF3-B664-44A5-AA99-429F4E48B6C8}" type="presOf" srcId="{53D9159B-A3BA-4FAF-AD59-39AD826459F7}" destId="{9E273C8A-9842-43C3-B3AD-7163C020026E}" srcOrd="0" destOrd="0" presId="urn:microsoft.com/office/officeart/2018/2/layout/IconVerticalSolidList"/>
    <dgm:cxn modelId="{3590BB1F-8394-4926-B58E-20441F726985}" type="presParOf" srcId="{9E273C8A-9842-43C3-B3AD-7163C020026E}" destId="{48DCBFD1-9F19-43B4-81FF-9D138D81E81F}" srcOrd="0" destOrd="0" presId="urn:microsoft.com/office/officeart/2018/2/layout/IconVerticalSolidList"/>
    <dgm:cxn modelId="{576510E9-AD0C-4572-81C3-CB45E5A0A3FD}" type="presParOf" srcId="{48DCBFD1-9F19-43B4-81FF-9D138D81E81F}" destId="{01519CF6-16BE-49E5-8EDE-01551CD1F86E}" srcOrd="0" destOrd="0" presId="urn:microsoft.com/office/officeart/2018/2/layout/IconVerticalSolidList"/>
    <dgm:cxn modelId="{30997791-DE73-4D43-957B-985AC03E71AE}" type="presParOf" srcId="{48DCBFD1-9F19-43B4-81FF-9D138D81E81F}" destId="{2914F043-B44F-4258-922A-A19F74CA800D}" srcOrd="1" destOrd="0" presId="urn:microsoft.com/office/officeart/2018/2/layout/IconVerticalSolidList"/>
    <dgm:cxn modelId="{9C26716C-273C-4873-B482-94E95F474AC5}" type="presParOf" srcId="{48DCBFD1-9F19-43B4-81FF-9D138D81E81F}" destId="{E53C82D2-BFD5-4847-B4F1-7558F2AC39EF}" srcOrd="2" destOrd="0" presId="urn:microsoft.com/office/officeart/2018/2/layout/IconVerticalSolidList"/>
    <dgm:cxn modelId="{D2C9D647-A307-49C1-87C3-06F7448D8D67}" type="presParOf" srcId="{48DCBFD1-9F19-43B4-81FF-9D138D81E81F}" destId="{F08ADCC0-7860-4957-BAD3-CE4F43D40673}" srcOrd="3" destOrd="0" presId="urn:microsoft.com/office/officeart/2018/2/layout/IconVerticalSolidList"/>
    <dgm:cxn modelId="{7BB42657-78D4-4BA1-A082-7CFC5DD1903C}" type="presParOf" srcId="{9E273C8A-9842-43C3-B3AD-7163C020026E}" destId="{60C395C3-C923-43F3-8B6E-1846EA62E4F7}" srcOrd="1" destOrd="0" presId="urn:microsoft.com/office/officeart/2018/2/layout/IconVerticalSolidList"/>
    <dgm:cxn modelId="{C9F6C35F-2878-454C-966D-5D96596E24F7}" type="presParOf" srcId="{9E273C8A-9842-43C3-B3AD-7163C020026E}" destId="{EFB08445-12FF-49D5-AD2D-964F2C39CE83}" srcOrd="2" destOrd="0" presId="urn:microsoft.com/office/officeart/2018/2/layout/IconVerticalSolidList"/>
    <dgm:cxn modelId="{C5FEF7D6-921D-4774-A14C-839BA71B00BF}" type="presParOf" srcId="{EFB08445-12FF-49D5-AD2D-964F2C39CE83}" destId="{CB492343-768F-48A8-9A1A-286445100CD6}" srcOrd="0" destOrd="0" presId="urn:microsoft.com/office/officeart/2018/2/layout/IconVerticalSolidList"/>
    <dgm:cxn modelId="{8C9F31E5-F4CA-4C67-8B9F-F2A51E7AB0DD}" type="presParOf" srcId="{EFB08445-12FF-49D5-AD2D-964F2C39CE83}" destId="{DF867FCF-968E-4D6D-8CAB-8084D55A50A7}" srcOrd="1" destOrd="0" presId="urn:microsoft.com/office/officeart/2018/2/layout/IconVerticalSolidList"/>
    <dgm:cxn modelId="{2F3C9950-CD19-4B08-8FC2-94CB5A74C7B1}" type="presParOf" srcId="{EFB08445-12FF-49D5-AD2D-964F2C39CE83}" destId="{EFB928B9-EA05-4BE0-893E-38E0923EAD53}" srcOrd="2" destOrd="0" presId="urn:microsoft.com/office/officeart/2018/2/layout/IconVerticalSolidList"/>
    <dgm:cxn modelId="{517B89C1-3E42-452A-ADDF-CAE34CB4ADF5}" type="presParOf" srcId="{EFB08445-12FF-49D5-AD2D-964F2C39CE83}" destId="{AFA882BF-DD76-4A12-A333-E9E04EFF6E01}" srcOrd="3" destOrd="0" presId="urn:microsoft.com/office/officeart/2018/2/layout/IconVerticalSolidList"/>
    <dgm:cxn modelId="{23C4C6BE-61A3-4FCA-AF89-EC721D287427}" type="presParOf" srcId="{9E273C8A-9842-43C3-B3AD-7163C020026E}" destId="{7EE0CE23-D6FE-465D-AD0C-BE7AB6515546}" srcOrd="3" destOrd="0" presId="urn:microsoft.com/office/officeart/2018/2/layout/IconVerticalSolidList"/>
    <dgm:cxn modelId="{08AC4097-7D0A-439D-986F-50B799EB6B57}" type="presParOf" srcId="{9E273C8A-9842-43C3-B3AD-7163C020026E}" destId="{21E5F4BA-747D-4650-A9AB-A5DA3D1EEE8C}" srcOrd="4" destOrd="0" presId="urn:microsoft.com/office/officeart/2018/2/layout/IconVerticalSolidList"/>
    <dgm:cxn modelId="{378BE422-1B13-4A57-82A1-F561B5844FE7}" type="presParOf" srcId="{21E5F4BA-747D-4650-A9AB-A5DA3D1EEE8C}" destId="{3F8A261C-128A-4DEC-9134-CFBEC2B0AD75}" srcOrd="0" destOrd="0" presId="urn:microsoft.com/office/officeart/2018/2/layout/IconVerticalSolidList"/>
    <dgm:cxn modelId="{73F5CB0E-5A1E-42D8-9642-AADC730BBDA3}" type="presParOf" srcId="{21E5F4BA-747D-4650-A9AB-A5DA3D1EEE8C}" destId="{6809C3B1-EEAD-4BD3-89F5-A75416D62E04}" srcOrd="1" destOrd="0" presId="urn:microsoft.com/office/officeart/2018/2/layout/IconVerticalSolidList"/>
    <dgm:cxn modelId="{BBD1C3C9-CD4A-426C-8407-B1556E8A1DE9}" type="presParOf" srcId="{21E5F4BA-747D-4650-A9AB-A5DA3D1EEE8C}" destId="{A2B87D5E-B20C-49FA-9244-49BB8FD9D3BE}" srcOrd="2" destOrd="0" presId="urn:microsoft.com/office/officeart/2018/2/layout/IconVerticalSolidList"/>
    <dgm:cxn modelId="{5F6EABE2-136B-4E8D-B8B2-125215A17975}" type="presParOf" srcId="{21E5F4BA-747D-4650-A9AB-A5DA3D1EEE8C}" destId="{E4A4F576-5B45-4243-A22B-A9C9DD069C1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291B683-9358-49F1-8D29-DA2042D2E301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3FDDCB1-89D7-4442-9D8F-2B740AED4456}">
      <dgm:prSet/>
      <dgm:spPr/>
      <dgm:t>
        <a:bodyPr/>
        <a:lstStyle/>
        <a:p>
          <a:r>
            <a:rPr lang="en-US"/>
            <a:t>Supervised models: Logistic Regression, kNN, Linear SVM, RBF SVM, Decision Tree, Random Forest, AdaBoost.</a:t>
          </a:r>
        </a:p>
      </dgm:t>
    </dgm:pt>
    <dgm:pt modelId="{04E0C79E-1C5F-423C-A7AF-DA5D4BC3B921}" type="parTrans" cxnId="{1CE7C0FE-2FBF-497C-B97B-F4A836F3F0EC}">
      <dgm:prSet/>
      <dgm:spPr/>
      <dgm:t>
        <a:bodyPr/>
        <a:lstStyle/>
        <a:p>
          <a:endParaRPr lang="en-US"/>
        </a:p>
      </dgm:t>
    </dgm:pt>
    <dgm:pt modelId="{5C8B14B3-2D5A-44EA-9838-BEE47D283AEA}" type="sibTrans" cxnId="{1CE7C0FE-2FBF-497C-B97B-F4A836F3F0EC}">
      <dgm:prSet/>
      <dgm:spPr/>
      <dgm:t>
        <a:bodyPr/>
        <a:lstStyle/>
        <a:p>
          <a:endParaRPr lang="en-US"/>
        </a:p>
      </dgm:t>
    </dgm:pt>
    <dgm:pt modelId="{2A535A16-1E96-4D88-B039-8D2E262AB502}">
      <dgm:prSet/>
      <dgm:spPr/>
      <dgm:t>
        <a:bodyPr/>
        <a:lstStyle/>
        <a:p>
          <a:r>
            <a:rPr lang="en-US"/>
            <a:t>Used GridSearchCV with 5-fold cross-validation to tune hyperparameters.</a:t>
          </a:r>
        </a:p>
      </dgm:t>
    </dgm:pt>
    <dgm:pt modelId="{6C10D380-F83D-4DE8-924C-AD69327E1AB5}" type="parTrans" cxnId="{66D9BFDB-D117-4231-88B4-4C499C454A00}">
      <dgm:prSet/>
      <dgm:spPr/>
      <dgm:t>
        <a:bodyPr/>
        <a:lstStyle/>
        <a:p>
          <a:endParaRPr lang="en-US"/>
        </a:p>
      </dgm:t>
    </dgm:pt>
    <dgm:pt modelId="{9EC68ACA-0B29-4837-A133-2D24444882F1}" type="sibTrans" cxnId="{66D9BFDB-D117-4231-88B4-4C499C454A00}">
      <dgm:prSet/>
      <dgm:spPr/>
      <dgm:t>
        <a:bodyPr/>
        <a:lstStyle/>
        <a:p>
          <a:endParaRPr lang="en-US"/>
        </a:p>
      </dgm:t>
    </dgm:pt>
    <dgm:pt modelId="{B8ED11EF-5B3A-40CD-AABA-B7EA6EB03E48}">
      <dgm:prSet/>
      <dgm:spPr/>
      <dgm:t>
        <a:bodyPr/>
        <a:lstStyle/>
        <a:p>
          <a:r>
            <a:rPr lang="en-US"/>
            <a:t>Also tried unsupervised clustering (K-Means, Bayesian GMM) and generative models (GaussianNB, class-conditional GMMs).</a:t>
          </a:r>
        </a:p>
      </dgm:t>
    </dgm:pt>
    <dgm:pt modelId="{FCC299D4-3268-4AA5-B892-73A67328B44D}" type="parTrans" cxnId="{DBCB6374-A778-4C1C-A0B4-9562632C10AB}">
      <dgm:prSet/>
      <dgm:spPr/>
      <dgm:t>
        <a:bodyPr/>
        <a:lstStyle/>
        <a:p>
          <a:endParaRPr lang="en-US"/>
        </a:p>
      </dgm:t>
    </dgm:pt>
    <dgm:pt modelId="{44C40887-6183-44D7-BA33-338AB61A576A}" type="sibTrans" cxnId="{DBCB6374-A778-4C1C-A0B4-9562632C10AB}">
      <dgm:prSet/>
      <dgm:spPr/>
      <dgm:t>
        <a:bodyPr/>
        <a:lstStyle/>
        <a:p>
          <a:endParaRPr lang="en-US"/>
        </a:p>
      </dgm:t>
    </dgm:pt>
    <dgm:pt modelId="{803970A6-AEFA-9F44-87CD-D5FD0E14C094}" type="pres">
      <dgm:prSet presAssocID="{D291B683-9358-49F1-8D29-DA2042D2E301}" presName="outerComposite" presStyleCnt="0">
        <dgm:presLayoutVars>
          <dgm:chMax val="5"/>
          <dgm:dir/>
          <dgm:resizeHandles val="exact"/>
        </dgm:presLayoutVars>
      </dgm:prSet>
      <dgm:spPr/>
    </dgm:pt>
    <dgm:pt modelId="{35208C19-9FB2-D14B-86F0-81DA456D586B}" type="pres">
      <dgm:prSet presAssocID="{D291B683-9358-49F1-8D29-DA2042D2E301}" presName="dummyMaxCanvas" presStyleCnt="0">
        <dgm:presLayoutVars/>
      </dgm:prSet>
      <dgm:spPr/>
    </dgm:pt>
    <dgm:pt modelId="{1E98B7D7-721A-2442-A998-64A5D426C9DD}" type="pres">
      <dgm:prSet presAssocID="{D291B683-9358-49F1-8D29-DA2042D2E301}" presName="ThreeNodes_1" presStyleLbl="node1" presStyleIdx="0" presStyleCnt="3">
        <dgm:presLayoutVars>
          <dgm:bulletEnabled val="1"/>
        </dgm:presLayoutVars>
      </dgm:prSet>
      <dgm:spPr/>
    </dgm:pt>
    <dgm:pt modelId="{4C42599E-67F6-FD4B-AC84-401F0E8BBD2C}" type="pres">
      <dgm:prSet presAssocID="{D291B683-9358-49F1-8D29-DA2042D2E301}" presName="ThreeNodes_2" presStyleLbl="node1" presStyleIdx="1" presStyleCnt="3">
        <dgm:presLayoutVars>
          <dgm:bulletEnabled val="1"/>
        </dgm:presLayoutVars>
      </dgm:prSet>
      <dgm:spPr/>
    </dgm:pt>
    <dgm:pt modelId="{C03EF22D-72FD-9B41-952B-DC29EB732370}" type="pres">
      <dgm:prSet presAssocID="{D291B683-9358-49F1-8D29-DA2042D2E301}" presName="ThreeNodes_3" presStyleLbl="node1" presStyleIdx="2" presStyleCnt="3">
        <dgm:presLayoutVars>
          <dgm:bulletEnabled val="1"/>
        </dgm:presLayoutVars>
      </dgm:prSet>
      <dgm:spPr/>
    </dgm:pt>
    <dgm:pt modelId="{F80B7437-9B52-C943-9A4C-AABE78A3223D}" type="pres">
      <dgm:prSet presAssocID="{D291B683-9358-49F1-8D29-DA2042D2E301}" presName="ThreeConn_1-2" presStyleLbl="fgAccFollowNode1" presStyleIdx="0" presStyleCnt="2">
        <dgm:presLayoutVars>
          <dgm:bulletEnabled val="1"/>
        </dgm:presLayoutVars>
      </dgm:prSet>
      <dgm:spPr/>
    </dgm:pt>
    <dgm:pt modelId="{3B6FA6B0-E6C2-094C-B1C4-55D2E8F14938}" type="pres">
      <dgm:prSet presAssocID="{D291B683-9358-49F1-8D29-DA2042D2E301}" presName="ThreeConn_2-3" presStyleLbl="fgAccFollowNode1" presStyleIdx="1" presStyleCnt="2">
        <dgm:presLayoutVars>
          <dgm:bulletEnabled val="1"/>
        </dgm:presLayoutVars>
      </dgm:prSet>
      <dgm:spPr/>
    </dgm:pt>
    <dgm:pt modelId="{059A8831-EEA4-AA43-93FC-23FF5E0685AE}" type="pres">
      <dgm:prSet presAssocID="{D291B683-9358-49F1-8D29-DA2042D2E301}" presName="ThreeNodes_1_text" presStyleLbl="node1" presStyleIdx="2" presStyleCnt="3">
        <dgm:presLayoutVars>
          <dgm:bulletEnabled val="1"/>
        </dgm:presLayoutVars>
      </dgm:prSet>
      <dgm:spPr/>
    </dgm:pt>
    <dgm:pt modelId="{9151CC44-AA44-FA4A-B688-DBA5DF8C6945}" type="pres">
      <dgm:prSet presAssocID="{D291B683-9358-49F1-8D29-DA2042D2E301}" presName="ThreeNodes_2_text" presStyleLbl="node1" presStyleIdx="2" presStyleCnt="3">
        <dgm:presLayoutVars>
          <dgm:bulletEnabled val="1"/>
        </dgm:presLayoutVars>
      </dgm:prSet>
      <dgm:spPr/>
    </dgm:pt>
    <dgm:pt modelId="{03FE898D-6D63-BA49-A054-90F463300ACD}" type="pres">
      <dgm:prSet presAssocID="{D291B683-9358-49F1-8D29-DA2042D2E301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0B6B390F-A5FA-CE4F-9766-5570A0BA60AC}" type="presOf" srcId="{D291B683-9358-49F1-8D29-DA2042D2E301}" destId="{803970A6-AEFA-9F44-87CD-D5FD0E14C094}" srcOrd="0" destOrd="0" presId="urn:microsoft.com/office/officeart/2005/8/layout/vProcess5"/>
    <dgm:cxn modelId="{206AA11C-D228-9C4C-8A6C-B383C2040339}" type="presOf" srcId="{5C8B14B3-2D5A-44EA-9838-BEE47D283AEA}" destId="{F80B7437-9B52-C943-9A4C-AABE78A3223D}" srcOrd="0" destOrd="0" presId="urn:microsoft.com/office/officeart/2005/8/layout/vProcess5"/>
    <dgm:cxn modelId="{41BB9520-39C9-5046-8CB2-6EB5C0844E21}" type="presOf" srcId="{2A535A16-1E96-4D88-B039-8D2E262AB502}" destId="{4C42599E-67F6-FD4B-AC84-401F0E8BBD2C}" srcOrd="0" destOrd="0" presId="urn:microsoft.com/office/officeart/2005/8/layout/vProcess5"/>
    <dgm:cxn modelId="{A3D4C53E-BBF7-D14E-81CA-BD98E983FA56}" type="presOf" srcId="{B8ED11EF-5B3A-40CD-AABA-B7EA6EB03E48}" destId="{C03EF22D-72FD-9B41-952B-DC29EB732370}" srcOrd="0" destOrd="0" presId="urn:microsoft.com/office/officeart/2005/8/layout/vProcess5"/>
    <dgm:cxn modelId="{DBCB6374-A778-4C1C-A0B4-9562632C10AB}" srcId="{D291B683-9358-49F1-8D29-DA2042D2E301}" destId="{B8ED11EF-5B3A-40CD-AABA-B7EA6EB03E48}" srcOrd="2" destOrd="0" parTransId="{FCC299D4-3268-4AA5-B892-73A67328B44D}" sibTransId="{44C40887-6183-44D7-BA33-338AB61A576A}"/>
    <dgm:cxn modelId="{784FFCA3-1E8F-0E40-9845-8D2E36E982D3}" type="presOf" srcId="{F3FDDCB1-89D7-4442-9D8F-2B740AED4456}" destId="{1E98B7D7-721A-2442-A998-64A5D426C9DD}" srcOrd="0" destOrd="0" presId="urn:microsoft.com/office/officeart/2005/8/layout/vProcess5"/>
    <dgm:cxn modelId="{C5B639D1-06FE-934E-9605-E57F5A2135F0}" type="presOf" srcId="{F3FDDCB1-89D7-4442-9D8F-2B740AED4456}" destId="{059A8831-EEA4-AA43-93FC-23FF5E0685AE}" srcOrd="1" destOrd="0" presId="urn:microsoft.com/office/officeart/2005/8/layout/vProcess5"/>
    <dgm:cxn modelId="{66D9BFDB-D117-4231-88B4-4C499C454A00}" srcId="{D291B683-9358-49F1-8D29-DA2042D2E301}" destId="{2A535A16-1E96-4D88-B039-8D2E262AB502}" srcOrd="1" destOrd="0" parTransId="{6C10D380-F83D-4DE8-924C-AD69327E1AB5}" sibTransId="{9EC68ACA-0B29-4837-A133-2D24444882F1}"/>
    <dgm:cxn modelId="{4375B1DE-FC82-CB49-B521-D7267AF8D8CC}" type="presOf" srcId="{B8ED11EF-5B3A-40CD-AABA-B7EA6EB03E48}" destId="{03FE898D-6D63-BA49-A054-90F463300ACD}" srcOrd="1" destOrd="0" presId="urn:microsoft.com/office/officeart/2005/8/layout/vProcess5"/>
    <dgm:cxn modelId="{654F90EE-AC84-584A-B6D5-779C6745C1FA}" type="presOf" srcId="{2A535A16-1E96-4D88-B039-8D2E262AB502}" destId="{9151CC44-AA44-FA4A-B688-DBA5DF8C6945}" srcOrd="1" destOrd="0" presId="urn:microsoft.com/office/officeart/2005/8/layout/vProcess5"/>
    <dgm:cxn modelId="{1CE7C0FE-2FBF-497C-B97B-F4A836F3F0EC}" srcId="{D291B683-9358-49F1-8D29-DA2042D2E301}" destId="{F3FDDCB1-89D7-4442-9D8F-2B740AED4456}" srcOrd="0" destOrd="0" parTransId="{04E0C79E-1C5F-423C-A7AF-DA5D4BC3B921}" sibTransId="{5C8B14B3-2D5A-44EA-9838-BEE47D283AEA}"/>
    <dgm:cxn modelId="{D39E20FF-6637-C447-9EED-82F5F58C6C25}" type="presOf" srcId="{9EC68ACA-0B29-4837-A133-2D24444882F1}" destId="{3B6FA6B0-E6C2-094C-B1C4-55D2E8F14938}" srcOrd="0" destOrd="0" presId="urn:microsoft.com/office/officeart/2005/8/layout/vProcess5"/>
    <dgm:cxn modelId="{80CEF7CF-41A9-984F-AA14-54C07A6988C6}" type="presParOf" srcId="{803970A6-AEFA-9F44-87CD-D5FD0E14C094}" destId="{35208C19-9FB2-D14B-86F0-81DA456D586B}" srcOrd="0" destOrd="0" presId="urn:microsoft.com/office/officeart/2005/8/layout/vProcess5"/>
    <dgm:cxn modelId="{2ACAB78C-6CB7-584F-BD32-AD3BACBB912C}" type="presParOf" srcId="{803970A6-AEFA-9F44-87CD-D5FD0E14C094}" destId="{1E98B7D7-721A-2442-A998-64A5D426C9DD}" srcOrd="1" destOrd="0" presId="urn:microsoft.com/office/officeart/2005/8/layout/vProcess5"/>
    <dgm:cxn modelId="{6645A639-D283-1748-A9BC-1049C51B065E}" type="presParOf" srcId="{803970A6-AEFA-9F44-87CD-D5FD0E14C094}" destId="{4C42599E-67F6-FD4B-AC84-401F0E8BBD2C}" srcOrd="2" destOrd="0" presId="urn:microsoft.com/office/officeart/2005/8/layout/vProcess5"/>
    <dgm:cxn modelId="{F719FE0F-EB8E-A34B-A9A5-231C726F167B}" type="presParOf" srcId="{803970A6-AEFA-9F44-87CD-D5FD0E14C094}" destId="{C03EF22D-72FD-9B41-952B-DC29EB732370}" srcOrd="3" destOrd="0" presId="urn:microsoft.com/office/officeart/2005/8/layout/vProcess5"/>
    <dgm:cxn modelId="{E64A8C3A-61D1-FC45-B9B7-91EB8F626031}" type="presParOf" srcId="{803970A6-AEFA-9F44-87CD-D5FD0E14C094}" destId="{F80B7437-9B52-C943-9A4C-AABE78A3223D}" srcOrd="4" destOrd="0" presId="urn:microsoft.com/office/officeart/2005/8/layout/vProcess5"/>
    <dgm:cxn modelId="{B72793C0-CEDC-1A4C-9268-C656C5F0C8D1}" type="presParOf" srcId="{803970A6-AEFA-9F44-87CD-D5FD0E14C094}" destId="{3B6FA6B0-E6C2-094C-B1C4-55D2E8F14938}" srcOrd="5" destOrd="0" presId="urn:microsoft.com/office/officeart/2005/8/layout/vProcess5"/>
    <dgm:cxn modelId="{8108F993-00D7-CD41-A37D-7E4DA9806377}" type="presParOf" srcId="{803970A6-AEFA-9F44-87CD-D5FD0E14C094}" destId="{059A8831-EEA4-AA43-93FC-23FF5E0685AE}" srcOrd="6" destOrd="0" presId="urn:microsoft.com/office/officeart/2005/8/layout/vProcess5"/>
    <dgm:cxn modelId="{04518B6D-FE18-5846-AAC3-B4B05C623373}" type="presParOf" srcId="{803970A6-AEFA-9F44-87CD-D5FD0E14C094}" destId="{9151CC44-AA44-FA4A-B688-DBA5DF8C6945}" srcOrd="7" destOrd="0" presId="urn:microsoft.com/office/officeart/2005/8/layout/vProcess5"/>
    <dgm:cxn modelId="{B1041304-2BA6-E040-8DCE-A7310D622B43}" type="presParOf" srcId="{803970A6-AEFA-9F44-87CD-D5FD0E14C094}" destId="{03FE898D-6D63-BA49-A054-90F463300AC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7CA8D4-5AF8-4D55-9CDA-E0089FA068B6}">
      <dsp:nvSpPr>
        <dsp:cNvPr id="0" name=""/>
        <dsp:cNvSpPr/>
      </dsp:nvSpPr>
      <dsp:spPr>
        <a:xfrm>
          <a:off x="0" y="566"/>
          <a:ext cx="4435078" cy="13245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ABF21E-3625-4FB6-8090-0369C2D4BBBE}">
      <dsp:nvSpPr>
        <dsp:cNvPr id="0" name=""/>
        <dsp:cNvSpPr/>
      </dsp:nvSpPr>
      <dsp:spPr>
        <a:xfrm>
          <a:off x="400679" y="298591"/>
          <a:ext cx="728507" cy="7285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1E5E62-482A-4A9A-974F-00D6828F8F7D}">
      <dsp:nvSpPr>
        <dsp:cNvPr id="0" name=""/>
        <dsp:cNvSpPr/>
      </dsp:nvSpPr>
      <dsp:spPr>
        <a:xfrm>
          <a:off x="1529865" y="566"/>
          <a:ext cx="2905212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Goal: automatically classify songs into genres using machine learning.</a:t>
          </a:r>
        </a:p>
      </dsp:txBody>
      <dsp:txXfrm>
        <a:off x="1529865" y="566"/>
        <a:ext cx="2905212" cy="1324558"/>
      </dsp:txXfrm>
    </dsp:sp>
    <dsp:sp modelId="{55E6E9E4-2F6D-4269-AF3D-5FB01E7669C3}">
      <dsp:nvSpPr>
        <dsp:cNvPr id="0" name=""/>
        <dsp:cNvSpPr/>
      </dsp:nvSpPr>
      <dsp:spPr>
        <a:xfrm>
          <a:off x="0" y="1656264"/>
          <a:ext cx="4435078" cy="13245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F50C3B-8596-4B65-8EBD-811C9DA17426}">
      <dsp:nvSpPr>
        <dsp:cNvPr id="0" name=""/>
        <dsp:cNvSpPr/>
      </dsp:nvSpPr>
      <dsp:spPr>
        <a:xfrm>
          <a:off x="400679" y="1954290"/>
          <a:ext cx="728507" cy="7285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3F20C0-82DD-4B58-A6B3-E24670A7CDB1}">
      <dsp:nvSpPr>
        <dsp:cNvPr id="0" name=""/>
        <dsp:cNvSpPr/>
      </dsp:nvSpPr>
      <dsp:spPr>
        <a:xfrm>
          <a:off x="1529865" y="1656264"/>
          <a:ext cx="2905212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Motivation: similar idea used in Spotify/Apple Music for recommendations and playlist generation.</a:t>
          </a:r>
        </a:p>
      </dsp:txBody>
      <dsp:txXfrm>
        <a:off x="1529865" y="1656264"/>
        <a:ext cx="2905212" cy="1324558"/>
      </dsp:txXfrm>
    </dsp:sp>
    <dsp:sp modelId="{E6E059DF-C30E-4ED0-8CAE-5B4F7E0D8EC3}">
      <dsp:nvSpPr>
        <dsp:cNvPr id="0" name=""/>
        <dsp:cNvSpPr/>
      </dsp:nvSpPr>
      <dsp:spPr>
        <a:xfrm>
          <a:off x="0" y="3311963"/>
          <a:ext cx="4435078" cy="13245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0C8C5F-A751-42CE-8965-809B5318D840}">
      <dsp:nvSpPr>
        <dsp:cNvPr id="0" name=""/>
        <dsp:cNvSpPr/>
      </dsp:nvSpPr>
      <dsp:spPr>
        <a:xfrm>
          <a:off x="400679" y="3609988"/>
          <a:ext cx="728507" cy="7285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B5CE03-088C-4981-8A59-AAA6FDCE006C}">
      <dsp:nvSpPr>
        <dsp:cNvPr id="0" name=""/>
        <dsp:cNvSpPr/>
      </dsp:nvSpPr>
      <dsp:spPr>
        <a:xfrm>
          <a:off x="1529865" y="3311963"/>
          <a:ext cx="2905212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Focus: classical ML models with engineered audio features instead of deep learning.</a:t>
          </a:r>
        </a:p>
      </dsp:txBody>
      <dsp:txXfrm>
        <a:off x="1529865" y="3311963"/>
        <a:ext cx="2905212" cy="13245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91B4BD-716B-4514-842A-66F7E7137382}">
      <dsp:nvSpPr>
        <dsp:cNvPr id="0" name=""/>
        <dsp:cNvSpPr/>
      </dsp:nvSpPr>
      <dsp:spPr>
        <a:xfrm>
          <a:off x="0" y="566"/>
          <a:ext cx="4435078" cy="13245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65A417-3B89-47C9-BA14-CC5647A1FEBA}">
      <dsp:nvSpPr>
        <dsp:cNvPr id="0" name=""/>
        <dsp:cNvSpPr/>
      </dsp:nvSpPr>
      <dsp:spPr>
        <a:xfrm>
          <a:off x="400679" y="298591"/>
          <a:ext cx="728507" cy="7285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92C62A-445E-418C-9B1E-21E6D2A2B31E}">
      <dsp:nvSpPr>
        <dsp:cNvPr id="0" name=""/>
        <dsp:cNvSpPr/>
      </dsp:nvSpPr>
      <dsp:spPr>
        <a:xfrm>
          <a:off x="1529865" y="566"/>
          <a:ext cx="2905212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999 usable audio clips across 10 genres (blues, classical, country, disco, hiphop, jazz, metal, pop, reggae, rock).</a:t>
          </a:r>
        </a:p>
      </dsp:txBody>
      <dsp:txXfrm>
        <a:off x="1529865" y="566"/>
        <a:ext cx="2905212" cy="1324558"/>
      </dsp:txXfrm>
    </dsp:sp>
    <dsp:sp modelId="{6E8F10E0-0504-4907-89FB-723BF1622218}">
      <dsp:nvSpPr>
        <dsp:cNvPr id="0" name=""/>
        <dsp:cNvSpPr/>
      </dsp:nvSpPr>
      <dsp:spPr>
        <a:xfrm>
          <a:off x="0" y="1656264"/>
          <a:ext cx="4435078" cy="13245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7BB8B1-5982-4A76-89FF-7276F124B759}">
      <dsp:nvSpPr>
        <dsp:cNvPr id="0" name=""/>
        <dsp:cNvSpPr/>
      </dsp:nvSpPr>
      <dsp:spPr>
        <a:xfrm>
          <a:off x="400679" y="1954290"/>
          <a:ext cx="728507" cy="7285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753C47-8CB1-4E26-BFFB-677AEB25039C}">
      <dsp:nvSpPr>
        <dsp:cNvPr id="0" name=""/>
        <dsp:cNvSpPr/>
      </dsp:nvSpPr>
      <dsp:spPr>
        <a:xfrm>
          <a:off x="1529865" y="1656264"/>
          <a:ext cx="2905212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Each clip is ~30 seconds, sampled at 22,050 Hz.</a:t>
          </a:r>
        </a:p>
      </dsp:txBody>
      <dsp:txXfrm>
        <a:off x="1529865" y="1656264"/>
        <a:ext cx="2905212" cy="1324558"/>
      </dsp:txXfrm>
    </dsp:sp>
    <dsp:sp modelId="{B76A617B-3F72-4E47-B93A-D96FE898277B}">
      <dsp:nvSpPr>
        <dsp:cNvPr id="0" name=""/>
        <dsp:cNvSpPr/>
      </dsp:nvSpPr>
      <dsp:spPr>
        <a:xfrm>
          <a:off x="0" y="3311963"/>
          <a:ext cx="4435078" cy="13245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F0B036-F40F-47D8-AD47-D801B95012F2}">
      <dsp:nvSpPr>
        <dsp:cNvPr id="0" name=""/>
        <dsp:cNvSpPr/>
      </dsp:nvSpPr>
      <dsp:spPr>
        <a:xfrm>
          <a:off x="400679" y="3609988"/>
          <a:ext cx="728507" cy="7285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BAA41-6908-4664-9AE7-2C902A312B9A}">
      <dsp:nvSpPr>
        <dsp:cNvPr id="0" name=""/>
        <dsp:cNvSpPr/>
      </dsp:nvSpPr>
      <dsp:spPr>
        <a:xfrm>
          <a:off x="1529865" y="3311963"/>
          <a:ext cx="2905212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One corrupted file was removed; train/test split = 80% / 20% with stratification.</a:t>
          </a:r>
        </a:p>
      </dsp:txBody>
      <dsp:txXfrm>
        <a:off x="1529865" y="3311963"/>
        <a:ext cx="2905212" cy="13245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519CF6-16BE-49E5-8EDE-01551CD1F86E}">
      <dsp:nvSpPr>
        <dsp:cNvPr id="0" name=""/>
        <dsp:cNvSpPr/>
      </dsp:nvSpPr>
      <dsp:spPr>
        <a:xfrm>
          <a:off x="0" y="566"/>
          <a:ext cx="4435078" cy="13245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14F043-B44F-4258-922A-A19F74CA800D}">
      <dsp:nvSpPr>
        <dsp:cNvPr id="0" name=""/>
        <dsp:cNvSpPr/>
      </dsp:nvSpPr>
      <dsp:spPr>
        <a:xfrm>
          <a:off x="400679" y="298591"/>
          <a:ext cx="728507" cy="7285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8ADCC0-7860-4957-BAD3-CE4F43D40673}">
      <dsp:nvSpPr>
        <dsp:cNvPr id="0" name=""/>
        <dsp:cNvSpPr/>
      </dsp:nvSpPr>
      <dsp:spPr>
        <a:xfrm>
          <a:off x="1529865" y="566"/>
          <a:ext cx="2905212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Extracted MFCCs, chroma vectors, spectral contrast, tonnetz, spectral centroid/bandwidth/rolloff, and RMS energy.</a:t>
          </a:r>
        </a:p>
      </dsp:txBody>
      <dsp:txXfrm>
        <a:off x="1529865" y="566"/>
        <a:ext cx="2905212" cy="1324558"/>
      </dsp:txXfrm>
    </dsp:sp>
    <dsp:sp modelId="{CB492343-768F-48A8-9A1A-286445100CD6}">
      <dsp:nvSpPr>
        <dsp:cNvPr id="0" name=""/>
        <dsp:cNvSpPr/>
      </dsp:nvSpPr>
      <dsp:spPr>
        <a:xfrm>
          <a:off x="0" y="1656264"/>
          <a:ext cx="4435078" cy="13245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867FCF-968E-4D6D-8CAB-8084D55A50A7}">
      <dsp:nvSpPr>
        <dsp:cNvPr id="0" name=""/>
        <dsp:cNvSpPr/>
      </dsp:nvSpPr>
      <dsp:spPr>
        <a:xfrm>
          <a:off x="400679" y="1954290"/>
          <a:ext cx="728507" cy="7285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A882BF-DD76-4A12-A333-E9E04EFF6E01}">
      <dsp:nvSpPr>
        <dsp:cNvPr id="0" name=""/>
        <dsp:cNvSpPr/>
      </dsp:nvSpPr>
      <dsp:spPr>
        <a:xfrm>
          <a:off x="1529865" y="1656264"/>
          <a:ext cx="2905212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Computed mean and standard deviation over time for each feature type.</a:t>
          </a:r>
        </a:p>
      </dsp:txBody>
      <dsp:txXfrm>
        <a:off x="1529865" y="1656264"/>
        <a:ext cx="2905212" cy="1324558"/>
      </dsp:txXfrm>
    </dsp:sp>
    <dsp:sp modelId="{3F8A261C-128A-4DEC-9134-CFBEC2B0AD75}">
      <dsp:nvSpPr>
        <dsp:cNvPr id="0" name=""/>
        <dsp:cNvSpPr/>
      </dsp:nvSpPr>
      <dsp:spPr>
        <a:xfrm>
          <a:off x="0" y="3311963"/>
          <a:ext cx="4435078" cy="13245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09C3B1-EEAD-4BD3-89F5-A75416D62E04}">
      <dsp:nvSpPr>
        <dsp:cNvPr id="0" name=""/>
        <dsp:cNvSpPr/>
      </dsp:nvSpPr>
      <dsp:spPr>
        <a:xfrm>
          <a:off x="400679" y="3609988"/>
          <a:ext cx="728507" cy="7285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4F576-5B45-4243-A22B-A9C9DD069C14}">
      <dsp:nvSpPr>
        <dsp:cNvPr id="0" name=""/>
        <dsp:cNvSpPr/>
      </dsp:nvSpPr>
      <dsp:spPr>
        <a:xfrm>
          <a:off x="1529865" y="3311963"/>
          <a:ext cx="2905212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Final representation: 157-dimensional feature vector per track.</a:t>
          </a:r>
        </a:p>
      </dsp:txBody>
      <dsp:txXfrm>
        <a:off x="1529865" y="3311963"/>
        <a:ext cx="2905212" cy="13245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98B7D7-721A-2442-A998-64A5D426C9DD}">
      <dsp:nvSpPr>
        <dsp:cNvPr id="0" name=""/>
        <dsp:cNvSpPr/>
      </dsp:nvSpPr>
      <dsp:spPr>
        <a:xfrm>
          <a:off x="0" y="0"/>
          <a:ext cx="6122788" cy="11169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Supervised models: Logistic Regression, kNN, Linear SVM, RBF SVM, Decision Tree, Random Forest, AdaBoost.</a:t>
          </a:r>
        </a:p>
      </dsp:txBody>
      <dsp:txXfrm>
        <a:off x="32715" y="32715"/>
        <a:ext cx="4917492" cy="1051538"/>
      </dsp:txXfrm>
    </dsp:sp>
    <dsp:sp modelId="{4C42599E-67F6-FD4B-AC84-401F0E8BBD2C}">
      <dsp:nvSpPr>
        <dsp:cNvPr id="0" name=""/>
        <dsp:cNvSpPr/>
      </dsp:nvSpPr>
      <dsp:spPr>
        <a:xfrm>
          <a:off x="540246" y="1303129"/>
          <a:ext cx="6122788" cy="1116968"/>
        </a:xfrm>
        <a:prstGeom prst="roundRect">
          <a:avLst>
            <a:gd name="adj" fmla="val 10000"/>
          </a:avLst>
        </a:prstGeom>
        <a:solidFill>
          <a:schemeClr val="accent2">
            <a:hueOff val="-1696488"/>
            <a:satOff val="5592"/>
            <a:lumOff val="598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Used GridSearchCV with 5-fold cross-validation to tune hyperparameters.</a:t>
          </a:r>
        </a:p>
      </dsp:txBody>
      <dsp:txXfrm>
        <a:off x="572961" y="1335844"/>
        <a:ext cx="4791083" cy="1051538"/>
      </dsp:txXfrm>
    </dsp:sp>
    <dsp:sp modelId="{C03EF22D-72FD-9B41-952B-DC29EB732370}">
      <dsp:nvSpPr>
        <dsp:cNvPr id="0" name=""/>
        <dsp:cNvSpPr/>
      </dsp:nvSpPr>
      <dsp:spPr>
        <a:xfrm>
          <a:off x="1080492" y="2606258"/>
          <a:ext cx="6122788" cy="1116968"/>
        </a:xfrm>
        <a:prstGeom prst="roundRect">
          <a:avLst>
            <a:gd name="adj" fmla="val 10000"/>
          </a:avLst>
        </a:prstGeom>
        <a:solidFill>
          <a:schemeClr val="accent2">
            <a:hueOff val="-3392975"/>
            <a:satOff val="11185"/>
            <a:lumOff val="1196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Also tried unsupervised clustering (K-Means, Bayesian GMM) and generative models (GaussianNB, class-conditional GMMs).</a:t>
          </a:r>
        </a:p>
      </dsp:txBody>
      <dsp:txXfrm>
        <a:off x="1113207" y="2638973"/>
        <a:ext cx="4791083" cy="1051538"/>
      </dsp:txXfrm>
    </dsp:sp>
    <dsp:sp modelId="{F80B7437-9B52-C943-9A4C-AABE78A3223D}">
      <dsp:nvSpPr>
        <dsp:cNvPr id="0" name=""/>
        <dsp:cNvSpPr/>
      </dsp:nvSpPr>
      <dsp:spPr>
        <a:xfrm>
          <a:off x="5396759" y="847034"/>
          <a:ext cx="726029" cy="72602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5560116" y="847034"/>
        <a:ext cx="399315" cy="546337"/>
      </dsp:txXfrm>
    </dsp:sp>
    <dsp:sp modelId="{3B6FA6B0-E6C2-094C-B1C4-55D2E8F14938}">
      <dsp:nvSpPr>
        <dsp:cNvPr id="0" name=""/>
        <dsp:cNvSpPr/>
      </dsp:nvSpPr>
      <dsp:spPr>
        <a:xfrm>
          <a:off x="5937005" y="2142717"/>
          <a:ext cx="726029" cy="72602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192819"/>
            <a:satOff val="16804"/>
            <a:lumOff val="2495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4192819"/>
              <a:satOff val="16804"/>
              <a:lumOff val="24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6100362" y="2142717"/>
        <a:ext cx="399315" cy="5463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41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693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543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89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3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9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870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029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533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12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837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76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9462" y="962902"/>
            <a:ext cx="3132288" cy="2380828"/>
          </a:xfrm>
        </p:spPr>
        <p:txBody>
          <a:bodyPr>
            <a:normAutofit/>
          </a:bodyPr>
          <a:lstStyle/>
          <a:p>
            <a:r>
              <a:rPr lang="en-US" sz="2900"/>
              <a:t>Music Genre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9462" y="3531204"/>
            <a:ext cx="3128610" cy="1610643"/>
          </a:xfrm>
        </p:spPr>
        <p:txBody>
          <a:bodyPr>
            <a:normAutofit/>
          </a:bodyPr>
          <a:lstStyle/>
          <a:p>
            <a:r>
              <a:rPr lang="en-US" sz="1400"/>
              <a:t>Hamiz Siddiqui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9462" y="3528543"/>
            <a:ext cx="312861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Music">
            <a:extLst>
              <a:ext uri="{FF2B5EF4-FFF2-40B4-BE49-F238E27FC236}">
                <a16:creationId xmlns:a16="http://schemas.microsoft.com/office/drawing/2014/main" id="{3E6C7E2A-5B54-0396-6632-19B13408BF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0808" y="1275798"/>
            <a:ext cx="3720331" cy="372033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t>Project Overview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20D7EB-1217-6B01-818C-B96DE9E483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6909496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t>Dataset: GTZAN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F628AD-7825-911E-1861-DAE5F202DF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7120117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rPr lang="en-US" sz="2700"/>
              <a:t>Feature Extraction (Librosa)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CB67B1-E3F2-9034-2918-7466EA9BD9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3201431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Models and Training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1C7594-5F03-A59D-751D-886CE0F6FC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780118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13335" y="3528542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9462" y="962902"/>
            <a:ext cx="3132288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pPr defTabSz="914400"/>
            <a:r>
              <a:rPr lang="en-US" sz="3300"/>
              <a:t>Model Performance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9462" y="3531204"/>
            <a:ext cx="3128610" cy="1610643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/>
          <a:p>
            <a:pPr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</a:pPr>
            <a:r>
              <a:rPr lang="en-US" sz="1400" cap="all"/>
              <a:t>Random Forest achieved the best test accuracy (~78.5%) and macro F1-score (~0.78).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9462" y="3528543"/>
            <a:ext cx="312861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model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808" y="2001263"/>
            <a:ext cx="3720331" cy="226940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313302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804520"/>
            <a:ext cx="3132383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/>
              <a:t>Learning Curve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88685" y="2015732"/>
            <a:ext cx="3129159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Validation accuracy improves as we add more training examples; training accuracy remains very high, indicating some overfitting but room for improvement with more data.</a:t>
            </a:r>
          </a:p>
        </p:txBody>
      </p:sp>
      <p:pic>
        <p:nvPicPr>
          <p:cNvPr id="3" name="Picture 2" descr="learning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808" y="1750141"/>
            <a:ext cx="3720331" cy="277164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313302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804520"/>
            <a:ext cx="3132383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2500"/>
              <a:t>Validation Curve (SVM C parameter)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88685" y="2015732"/>
            <a:ext cx="3129159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Best performance occurs around C ≈ 1–10; low C underfits, very large C starts to overfit.</a:t>
            </a:r>
          </a:p>
        </p:txBody>
      </p:sp>
      <p:pic>
        <p:nvPicPr>
          <p:cNvPr id="3" name="Picture 2" descr="validation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808" y="1754791"/>
            <a:ext cx="3720331" cy="276234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313302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804520"/>
            <a:ext cx="3132383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2200"/>
              <a:t>Confusion Matrix (Random Forest)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88685" y="2015732"/>
            <a:ext cx="3129159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Classical, metal, and jazz are classified very accurately; country, rock, and reggae are more often confused with each other.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808" y="1531571"/>
            <a:ext cx="3720331" cy="320878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313302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804520"/>
            <a:ext cx="3132383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/>
              <a:t>PCA Visualization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88685" y="2015732"/>
            <a:ext cx="3129159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PCA projection shows heavy overlap between genres in feature space, explaining why unsupervised clustering is difficult.</a:t>
            </a:r>
          </a:p>
        </p:txBody>
      </p:sp>
      <p:pic>
        <p:nvPicPr>
          <p:cNvPr id="3" name="Picture 2" descr="p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808" y="1745490"/>
            <a:ext cx="3720331" cy="278094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313302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804520"/>
            <a:ext cx="3132383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/>
              <a:t>t-SNE Visualization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88685" y="2015732"/>
            <a:ext cx="3129159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t-SNE reveals some curved manifold structure but genres are still mixed, confirming that labels are important for this task.</a:t>
            </a:r>
          </a:p>
        </p:txBody>
      </p:sp>
      <p:pic>
        <p:nvPicPr>
          <p:cNvPr id="3" name="Picture 2" descr="ts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808" y="1745490"/>
            <a:ext cx="3720331" cy="278094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E9ED28-3340-E509-0B87-72A9D559C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073362-E538-60C2-A95E-B3FC92131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629F9B-A73F-FF50-BD24-6F221CB1E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2F33703-B431-B6A3-50E7-896B6E8F5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B32FE7-ACE7-9DE5-8174-73142FAAB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6C84807-DC9B-1E83-565A-693B78C3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A1197C0-89AE-8746-67E0-2FB56D242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313302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4EDA15E-9B40-ACBA-D916-18229877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685" y="804520"/>
            <a:ext cx="5467902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dirty="0"/>
              <a:t>Predicting my own music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6AB681-74D0-B7EE-6C4D-E66CCC111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D52EAE-13A3-32F9-77D0-A36A8FA8ADF2}"/>
              </a:ext>
            </a:extLst>
          </p:cNvPr>
          <p:cNvSpPr txBox="1"/>
          <p:nvPr/>
        </p:nvSpPr>
        <p:spPr>
          <a:xfrm>
            <a:off x="1088686" y="2015732"/>
            <a:ext cx="4160648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To test the model beyond the GTZAN dataset, I created a script that allows users to input any MP3 file. The script extracts the same audio features used during training and passes them through the trained Random Forest model. I tested it on one of my own songs (‘Bring It Together – Telecasted.mp3’), and the model successfully predicted a genre along with probability scores for all 10 classes, demonstrating that the system works on real-world audio outside the training set.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5A2494E-C75E-6E7A-9E58-89D88C1E5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41FD03-B227-8AA6-2E5C-DD78F080A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217FC95-9FB8-E8BC-216A-BAE25A2F6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072" y="1127760"/>
            <a:ext cx="3354734" cy="444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379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EFDA1A-2A01-4C29-A5D0-AE6F050D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icrophone and piano">
            <a:extLst>
              <a:ext uri="{FF2B5EF4-FFF2-40B4-BE49-F238E27FC236}">
                <a16:creationId xmlns:a16="http://schemas.microsoft.com/office/drawing/2014/main" id="{FEF6316E-1E23-8044-F1CF-C038E091279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l="158" r="11510" b="-1"/>
          <a:stretch>
            <a:fillRect/>
          </a:stretch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7FD20E5-30AF-47B9-9256-2E8E904CB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Insights and Future Work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9D3810-B86F-4009-84EC-DE0FEABD6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4" y="2015732"/>
            <a:ext cx="7202456" cy="3450613"/>
          </a:xfrm>
        </p:spPr>
        <p:txBody>
          <a:bodyPr>
            <a:normAutofit/>
          </a:bodyPr>
          <a:lstStyle/>
          <a:p>
            <a:r>
              <a:t>Engineered audio features plus classical ML (especially Random Forest) can reach ~78.5% test accuracy.</a:t>
            </a:r>
          </a:p>
          <a:p>
            <a:r>
              <a:t>Genres with distinct timbres (classical, metal, jazz) are easier; overlapping styles (rock/country/reggae) are harder.</a:t>
            </a:r>
          </a:p>
          <a:p>
            <a:r>
              <a:t>Future work: CNNs on mel-spectrograms, data augmentation, larger datasets, and sequence models such as CRNNs or transformers.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33612A4-0B77-4479-B2AA-F178599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78A367A-3E83-4B48-A0F7-43FBE333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EFDA1A-2A01-4C29-A5D0-AE6F050D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489CD3AE-F12F-BA81-6FA1-D87878E0C8F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l="20144" r="4858"/>
          <a:stretch>
            <a:fillRect/>
          </a:stretch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7FD20E5-30AF-47B9-9256-2E8E904CB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9D3810-B86F-4009-84EC-DE0FEABD6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4" y="2015732"/>
            <a:ext cx="7202456" cy="3450613"/>
          </a:xfrm>
        </p:spPr>
        <p:txBody>
          <a:bodyPr>
            <a:normAutofit/>
          </a:bodyPr>
          <a:lstStyle/>
          <a:p>
            <a:r>
              <a:t>Built a complete pipeline: feature extraction, model training, evaluation, and a script that predicts genre for a new MP3 file.</a:t>
            </a:r>
          </a:p>
          <a:p>
            <a:r>
              <a:t>Results show classical ML is still competitive for music genre classification with good features.</a:t>
            </a:r>
          </a:p>
          <a:p>
            <a:r>
              <a:t>Project gave hands-on experience with audio processing, model comparison, and interpreting ML results.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33612A4-0B77-4479-B2AA-F178599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78A367A-3E83-4B48-A0F7-43FBE333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85</TotalTime>
  <Words>580</Words>
  <Application>Microsoft Macintosh PowerPoint</Application>
  <PresentationFormat>On-screen Show (4:3)</PresentationFormat>
  <Paragraphs>40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Gill Sans MT</vt:lpstr>
      <vt:lpstr>Gallery</vt:lpstr>
      <vt:lpstr>Music Genre Classification</vt:lpstr>
      <vt:lpstr>Project Overview</vt:lpstr>
      <vt:lpstr>Dataset: GTZAN</vt:lpstr>
      <vt:lpstr>Feature Extraction (Librosa)</vt:lpstr>
      <vt:lpstr>Models and Training</vt:lpstr>
      <vt:lpstr>Model Performance Comparison</vt:lpstr>
      <vt:lpstr>Learning Curve</vt:lpstr>
      <vt:lpstr>Validation Curve (SVM C parameter)</vt:lpstr>
      <vt:lpstr>Confusion Matrix (Random Forest)</vt:lpstr>
      <vt:lpstr>PCA Visualization</vt:lpstr>
      <vt:lpstr>t-SNE Visualization</vt:lpstr>
      <vt:lpstr>Predicting my own music</vt:lpstr>
      <vt:lpstr>Insights and Future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Hamiz Siddiqui</cp:lastModifiedBy>
  <cp:revision>11</cp:revision>
  <dcterms:created xsi:type="dcterms:W3CDTF">2013-01-27T09:14:16Z</dcterms:created>
  <dcterms:modified xsi:type="dcterms:W3CDTF">2025-12-06T22:44:13Z</dcterms:modified>
  <cp:category/>
</cp:coreProperties>
</file>